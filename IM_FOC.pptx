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Masters/slideMaster1.xml" ContentType="application/vnd.openxmlformats-officedocument.presentationml.slideMaster+xml"/>
  <Override PartName="/ppt/slideLayouts/slideLayout14.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handoutMasterIdLst>
    <p:handoutMasterId r:id="rId41"/>
  </p:handoutMasterIdLst>
  <p:sldIdLst>
    <p:sldId id="280" r:id="rId2"/>
    <p:sldId id="275" r:id="rId3"/>
    <p:sldId id="324" r:id="rId4"/>
    <p:sldId id="276" r:id="rId5"/>
    <p:sldId id="285" r:id="rId6"/>
    <p:sldId id="286" r:id="rId7"/>
    <p:sldId id="281" r:id="rId8"/>
    <p:sldId id="293" r:id="rId9"/>
    <p:sldId id="294" r:id="rId10"/>
    <p:sldId id="331" r:id="rId11"/>
    <p:sldId id="295" r:id="rId12"/>
    <p:sldId id="326" r:id="rId13"/>
    <p:sldId id="328" r:id="rId14"/>
    <p:sldId id="282" r:id="rId15"/>
    <p:sldId id="329" r:id="rId16"/>
    <p:sldId id="318" r:id="rId17"/>
    <p:sldId id="322" r:id="rId18"/>
    <p:sldId id="323" r:id="rId19"/>
    <p:sldId id="319" r:id="rId20"/>
    <p:sldId id="321" r:id="rId21"/>
    <p:sldId id="320" r:id="rId22"/>
    <p:sldId id="303" r:id="rId23"/>
    <p:sldId id="299" r:id="rId24"/>
    <p:sldId id="300" r:id="rId25"/>
    <p:sldId id="302" r:id="rId26"/>
    <p:sldId id="304" r:id="rId27"/>
    <p:sldId id="305" r:id="rId28"/>
    <p:sldId id="306" r:id="rId29"/>
    <p:sldId id="301" r:id="rId30"/>
    <p:sldId id="309" r:id="rId31"/>
    <p:sldId id="310" r:id="rId32"/>
    <p:sldId id="311" r:id="rId33"/>
    <p:sldId id="312" r:id="rId34"/>
    <p:sldId id="313" r:id="rId35"/>
    <p:sldId id="283" r:id="rId36"/>
    <p:sldId id="315" r:id="rId37"/>
    <p:sldId id="330" r:id="rId38"/>
    <p:sldId id="267"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E79"/>
    <a:srgbClr val="3846CC"/>
    <a:srgbClr val="0066CC"/>
    <a:srgbClr val="009900"/>
    <a:srgbClr val="008000"/>
    <a:srgbClr val="669900"/>
    <a:srgbClr val="77AC30"/>
    <a:srgbClr val="D12229"/>
    <a:srgbClr val="FBBC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67" d="100"/>
          <a:sy n="67" d="100"/>
        </p:scale>
        <p:origin x="1260" y="5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48"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A07FF3-81B0-482A-9C7E-C56BE716D3E6}" type="datetimeFigureOut">
              <a:rPr lang="en-US" smtClean="0"/>
              <a:t>4/1/2024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D41A81A-C01C-4FE9-9DD7-FF2A50F3A2E1}" type="slidenum">
              <a:rPr lang="en-US" smtClean="0"/>
              <a:t>‹#›</a:t>
            </a:fld>
            <a:endParaRPr lang="en-US"/>
          </a:p>
        </p:txBody>
      </p:sp>
    </p:spTree>
    <p:extLst>
      <p:ext uri="{BB962C8B-B14F-4D97-AF65-F5344CB8AC3E}">
        <p14:creationId xmlns:p14="http://schemas.microsoft.com/office/powerpoint/2010/main" val="3403238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A6F4D2-AF60-4A8F-8B98-E0250CCFD66E}" type="datetimeFigureOut">
              <a:rPr lang="en-US" smtClean="0"/>
              <a:t>4/1/2024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AFBC8-1032-4A87-B406-5F344C04DCF6}" type="slidenum">
              <a:rPr lang="en-US" smtClean="0"/>
              <a:t>‹#›</a:t>
            </a:fld>
            <a:endParaRPr lang="en-US"/>
          </a:p>
        </p:txBody>
      </p:sp>
    </p:spTree>
    <p:extLst>
      <p:ext uri="{BB962C8B-B14F-4D97-AF65-F5344CB8AC3E}">
        <p14:creationId xmlns:p14="http://schemas.microsoft.com/office/powerpoint/2010/main" val="1005112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a:t>3 điện áp  pha hình sin phía stator isu, isv, isw, của ĐCKDB 3 pha có thể được mô tả dưới dạng vec tơ is quay trên không gian với tần số stator fs</a:t>
            </a:r>
          </a:p>
          <a:p>
            <a:r>
              <a:rPr lang="en-US"/>
              <a:t>Lúc này, 3 dòng 3 pha sẽ là hình chiếu của is xuống các trục tg ứng.</a:t>
            </a:r>
          </a:p>
          <a:p>
            <a:r>
              <a:rPr lang="en-US"/>
              <a:t>Tg tự, ta có thể biểu diễn các đại lg 3 pha khác như us, Phi_s, phi_r đều quay quanh gốc tọa độ vs tọa độ góc Omega s.</a:t>
            </a:r>
          </a:p>
        </p:txBody>
      </p:sp>
      <p:sp>
        <p:nvSpPr>
          <p:cNvPr id="4" name="Slide Number Placeholder 3"/>
          <p:cNvSpPr>
            <a:spLocks noGrp="1"/>
          </p:cNvSpPr>
          <p:nvPr>
            <p:ph type="sldNum" sz="quarter" idx="5"/>
          </p:nvPr>
        </p:nvSpPr>
        <p:spPr/>
        <p:txBody>
          <a:bodyPr/>
          <a:lstStyle/>
          <a:p>
            <a:fld id="{DD4AFBC8-1032-4A87-B406-5F344C04DCF6}" type="slidenum">
              <a:rPr lang="en-US" smtClean="0"/>
              <a:t>3</a:t>
            </a:fld>
            <a:endParaRPr lang="en-US"/>
          </a:p>
        </p:txBody>
      </p:sp>
    </p:spTree>
    <p:extLst>
      <p:ext uri="{BB962C8B-B14F-4D97-AF65-F5344CB8AC3E}">
        <p14:creationId xmlns:p14="http://schemas.microsoft.com/office/powerpoint/2010/main" val="3956187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a:t>3 điện áp  pha hình sin phía stator isu, isv, isw, của ĐCKDB 3 pha có thể được mô tả dưới dạng vec tơ is quay trên không gian với tần số stator fs</a:t>
            </a:r>
          </a:p>
          <a:p>
            <a:r>
              <a:rPr lang="en-US"/>
              <a:t>Lúc này, 3 dòng 3 pha sẽ là hình chiếu của is xuống các trục tg ứng.</a:t>
            </a:r>
          </a:p>
          <a:p>
            <a:r>
              <a:rPr lang="en-US"/>
              <a:t>Tg tự, ta có thể biểu diễn các đại lg 3 pha khác như us, Phi_s, phi_r đều quay quanh gốc tọa độ vs tọa độ góc Omega s.</a:t>
            </a:r>
          </a:p>
        </p:txBody>
      </p:sp>
      <p:sp>
        <p:nvSpPr>
          <p:cNvPr id="4" name="Slide Number Placeholder 3"/>
          <p:cNvSpPr>
            <a:spLocks noGrp="1"/>
          </p:cNvSpPr>
          <p:nvPr>
            <p:ph type="sldNum" sz="quarter" idx="5"/>
          </p:nvPr>
        </p:nvSpPr>
        <p:spPr/>
        <p:txBody>
          <a:bodyPr/>
          <a:lstStyle/>
          <a:p>
            <a:fld id="{DD4AFBC8-1032-4A87-B406-5F344C04DCF6}" type="slidenum">
              <a:rPr lang="en-US" smtClean="0"/>
              <a:t>5</a:t>
            </a:fld>
            <a:endParaRPr lang="en-US"/>
          </a:p>
        </p:txBody>
      </p:sp>
    </p:spTree>
    <p:extLst>
      <p:ext uri="{BB962C8B-B14F-4D97-AF65-F5344CB8AC3E}">
        <p14:creationId xmlns:p14="http://schemas.microsoft.com/office/powerpoint/2010/main" val="3956187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AFBC8-1032-4A87-B406-5F344C04DCF6}" type="slidenum">
              <a:rPr lang="en-US" smtClean="0"/>
              <a:t>28</a:t>
            </a:fld>
            <a:endParaRPr lang="en-US"/>
          </a:p>
        </p:txBody>
      </p:sp>
    </p:spTree>
    <p:extLst>
      <p:ext uri="{BB962C8B-B14F-4D97-AF65-F5344CB8AC3E}">
        <p14:creationId xmlns:p14="http://schemas.microsoft.com/office/powerpoint/2010/main" val="8830346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20" name="Rectangle 19"/>
          <p:cNvSpPr/>
          <p:nvPr userDrawn="1"/>
        </p:nvSpPr>
        <p:spPr>
          <a:xfrm flipH="1">
            <a:off x="230949" y="1"/>
            <a:ext cx="593326" cy="585926"/>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accent1">
                  <a:lumMod val="50000"/>
                </a:schemeClr>
              </a:solidFill>
            </a:endParaRPr>
          </a:p>
        </p:txBody>
      </p:sp>
      <p:sp>
        <p:nvSpPr>
          <p:cNvPr id="19" name="Rectangle 18"/>
          <p:cNvSpPr/>
          <p:nvPr userDrawn="1"/>
        </p:nvSpPr>
        <p:spPr>
          <a:xfrm flipH="1">
            <a:off x="2151" y="37853"/>
            <a:ext cx="593326" cy="279606"/>
          </a:xfrm>
          <a:prstGeom prst="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accent1">
                  <a:lumMod val="50000"/>
                </a:schemeClr>
              </a:solidFill>
            </a:endParaRPr>
          </a:p>
        </p:txBody>
      </p:sp>
      <p:sp>
        <p:nvSpPr>
          <p:cNvPr id="2" name="Title 1"/>
          <p:cNvSpPr>
            <a:spLocks noGrp="1"/>
          </p:cNvSpPr>
          <p:nvPr>
            <p:ph type="title"/>
          </p:nvPr>
        </p:nvSpPr>
        <p:spPr>
          <a:xfrm>
            <a:off x="1026861" y="149081"/>
            <a:ext cx="7090276" cy="540170"/>
          </a:xfrm>
        </p:spPr>
        <p:txBody>
          <a:bodyPr/>
          <a:lstStyle>
            <a:lvl1pPr algn="ctr">
              <a:defRPr>
                <a:solidFill>
                  <a:schemeClr val="accent1">
                    <a:lumMod val="50000"/>
                  </a:schemeClr>
                </a:solidFill>
              </a:defRPr>
            </a:lvl1pPr>
          </a:lstStyle>
          <a:p>
            <a:r>
              <a:rPr lang="en-US"/>
              <a:t>Click to edit Master title style</a:t>
            </a:r>
          </a:p>
        </p:txBody>
      </p:sp>
      <p:sp>
        <p:nvSpPr>
          <p:cNvPr id="13" name="Rectangle 12"/>
          <p:cNvSpPr/>
          <p:nvPr userDrawn="1"/>
        </p:nvSpPr>
        <p:spPr>
          <a:xfrm flipH="1">
            <a:off x="-3" y="3001"/>
            <a:ext cx="1044755" cy="69704"/>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accent1">
                  <a:lumMod val="50000"/>
                </a:schemeClr>
              </a:solidFill>
            </a:endParaRPr>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52290" y="20955"/>
            <a:ext cx="475167" cy="701040"/>
          </a:xfrm>
          <a:prstGeom prst="rect">
            <a:avLst/>
          </a:prstGeom>
        </p:spPr>
      </p:pic>
      <p:sp>
        <p:nvSpPr>
          <p:cNvPr id="26" name="Date Placeholder 3"/>
          <p:cNvSpPr>
            <a:spLocks noGrp="1"/>
          </p:cNvSpPr>
          <p:nvPr>
            <p:ph type="dt" sz="half" idx="2"/>
          </p:nvPr>
        </p:nvSpPr>
        <p:spPr>
          <a:xfrm>
            <a:off x="408372" y="6563365"/>
            <a:ext cx="2056698" cy="291030"/>
          </a:xfrm>
          <a:prstGeom prst="rect">
            <a:avLst/>
          </a:prstGeom>
        </p:spPr>
        <p:txBody>
          <a:bodyPr vert="horz" lIns="91440" tIns="45720" rIns="91440" bIns="45720" rtlCol="0" anchor="ctr"/>
          <a:lstStyle>
            <a:lvl1pPr algn="l">
              <a:defRPr sz="1050" b="1">
                <a:solidFill>
                  <a:schemeClr val="accent1">
                    <a:lumMod val="50000"/>
                  </a:schemeClr>
                </a:solidFill>
              </a:defRPr>
            </a:lvl1pPr>
          </a:lstStyle>
          <a:p>
            <a:fld id="{135DBA25-4FFD-4340-B7A2-38A9C9BE6135}" type="datetime1">
              <a:rPr lang="en-US" smtClean="0"/>
              <a:pPr/>
              <a:t>4/1/2024</a:t>
            </a:fld>
            <a:endParaRPr lang="en-US"/>
          </a:p>
        </p:txBody>
      </p:sp>
      <p:sp>
        <p:nvSpPr>
          <p:cNvPr id="17" name="Slide Number Placeholder 89"/>
          <p:cNvSpPr>
            <a:spLocks noGrp="1"/>
          </p:cNvSpPr>
          <p:nvPr>
            <p:ph type="sldNum" sz="quarter" idx="4"/>
          </p:nvPr>
        </p:nvSpPr>
        <p:spPr>
          <a:xfrm>
            <a:off x="8351186" y="6581397"/>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
        <p:nvSpPr>
          <p:cNvPr id="18" name="Rectangle 17"/>
          <p:cNvSpPr/>
          <p:nvPr userDrawn="1"/>
        </p:nvSpPr>
        <p:spPr>
          <a:xfrm>
            <a:off x="3767136" y="6554847"/>
            <a:ext cx="1609736" cy="323165"/>
          </a:xfrm>
          <a:prstGeom prst="rect">
            <a:avLst/>
          </a:prstGeom>
        </p:spPr>
        <p:txBody>
          <a:bodyPr wrap="none">
            <a:spAutoFit/>
          </a:bodyPr>
          <a:lstStyle/>
          <a:p>
            <a:pPr algn="ctr"/>
            <a:r>
              <a:rPr lang="en-US" sz="1500" b="1">
                <a:solidFill>
                  <a:schemeClr val="accent1">
                    <a:lumMod val="50000"/>
                  </a:schemeClr>
                </a:solidFill>
                <a:latin typeface="Bookman Old Style" panose="02050604050505020204" pitchFamily="18" charset="0"/>
              </a:rPr>
              <a:t>PELAB - HUST</a:t>
            </a:r>
          </a:p>
        </p:txBody>
      </p:sp>
      <p:cxnSp>
        <p:nvCxnSpPr>
          <p:cNvPr id="22" name="Straight Connector 21"/>
          <p:cNvCxnSpPr/>
          <p:nvPr userDrawn="1"/>
        </p:nvCxnSpPr>
        <p:spPr>
          <a:xfrm>
            <a:off x="628649" y="6563365"/>
            <a:ext cx="7955136" cy="18022"/>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flipV="1">
            <a:off x="628654" y="836296"/>
            <a:ext cx="7886701" cy="5714"/>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080494"/>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31899" y="961952"/>
            <a:ext cx="7280202" cy="2017372"/>
          </a:xfrm>
        </p:spPr>
        <p:txBody>
          <a:bodyPr/>
          <a:lstStyle>
            <a:lvl1pPr algn="l">
              <a:defRPr baseline="0">
                <a:solidFill>
                  <a:schemeClr val="accent1">
                    <a:lumMod val="50000"/>
                  </a:schemeClr>
                </a:solidFill>
              </a:defRPr>
            </a:lvl1pPr>
          </a:lstStyle>
          <a:p>
            <a:r>
              <a:rPr lang="en-US"/>
              <a:t>*Đề tài</a:t>
            </a:r>
          </a:p>
        </p:txBody>
      </p:sp>
      <p:pic>
        <p:nvPicPr>
          <p:cNvPr id="5" name="Picture 4"/>
          <p:cNvPicPr>
            <a:picLocks noChangeAspect="1"/>
          </p:cNvPicPr>
          <p:nvPr userDrawn="1"/>
        </p:nvPicPr>
        <p:blipFill rotWithShape="1">
          <a:blip r:embed="rId2"/>
          <a:srcRect l="36250" t="20667" r="40917" b="72222"/>
          <a:stretch/>
        </p:blipFill>
        <p:spPr>
          <a:xfrm>
            <a:off x="0" y="0"/>
            <a:ext cx="4523200" cy="792386"/>
          </a:xfrm>
          <a:prstGeom prst="rect">
            <a:avLst/>
          </a:prstGeom>
        </p:spPr>
      </p:pic>
      <p:cxnSp>
        <p:nvCxnSpPr>
          <p:cNvPr id="13" name="Straight Connector 12"/>
          <p:cNvCxnSpPr/>
          <p:nvPr userDrawn="1"/>
        </p:nvCxnSpPr>
        <p:spPr>
          <a:xfrm>
            <a:off x="618848" y="792396"/>
            <a:ext cx="7767342" cy="137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 Placeholder 18"/>
          <p:cNvSpPr>
            <a:spLocks noGrp="1"/>
          </p:cNvSpPr>
          <p:nvPr>
            <p:ph type="body" sz="quarter" idx="10" hasCustomPrompt="1"/>
          </p:nvPr>
        </p:nvSpPr>
        <p:spPr>
          <a:xfrm>
            <a:off x="931899" y="4332288"/>
            <a:ext cx="7280202" cy="1704528"/>
          </a:xfrm>
        </p:spPr>
        <p:txBody>
          <a:bodyPr>
            <a:noAutofit/>
          </a:bodyPr>
          <a:lstStyle>
            <a:lvl1pPr marL="0" indent="0">
              <a:buNone/>
              <a:defRPr sz="3200" b="1" baseline="0">
                <a:solidFill>
                  <a:schemeClr val="accent1">
                    <a:lumMod val="50000"/>
                  </a:schemeClr>
                </a:solidFill>
              </a:defRPr>
            </a:lvl1pPr>
            <a:lvl2pPr>
              <a:defRPr sz="2800" b="1">
                <a:solidFill>
                  <a:schemeClr val="bg1"/>
                </a:solidFill>
              </a:defRPr>
            </a:lvl2pPr>
            <a:lvl3pPr>
              <a:defRPr sz="2400" b="1">
                <a:solidFill>
                  <a:schemeClr val="bg1"/>
                </a:solidFill>
              </a:defRPr>
            </a:lvl3pPr>
            <a:lvl4pPr>
              <a:defRPr sz="2000" b="1">
                <a:solidFill>
                  <a:schemeClr val="bg1"/>
                </a:solidFill>
              </a:defRPr>
            </a:lvl4pPr>
            <a:lvl5pPr>
              <a:defRPr sz="2000" b="1">
                <a:solidFill>
                  <a:schemeClr val="bg1"/>
                </a:solidFill>
              </a:defRPr>
            </a:lvl5pPr>
          </a:lstStyle>
          <a:p>
            <a:pPr lvl="0"/>
            <a:r>
              <a:rPr lang="en-US"/>
              <a:t>*tác giả</a:t>
            </a:r>
          </a:p>
        </p:txBody>
      </p:sp>
      <p:sp>
        <p:nvSpPr>
          <p:cNvPr id="20" name="Rectangle 19"/>
          <p:cNvSpPr/>
          <p:nvPr userDrawn="1"/>
        </p:nvSpPr>
        <p:spPr>
          <a:xfrm>
            <a:off x="2663468" y="6411010"/>
            <a:ext cx="3817071" cy="400110"/>
          </a:xfrm>
          <a:prstGeom prst="rect">
            <a:avLst/>
          </a:prstGeom>
        </p:spPr>
        <p:txBody>
          <a:bodyPr wrap="none">
            <a:spAutoFit/>
          </a:bodyPr>
          <a:lstStyle/>
          <a:p>
            <a:r>
              <a:rPr lang="en-US" sz="2000" b="1">
                <a:solidFill>
                  <a:schemeClr val="accent1">
                    <a:lumMod val="50000"/>
                  </a:schemeClr>
                </a:solidFill>
                <a:latin typeface="Arial" panose="020B0604020202020204" pitchFamily="34" charset="0"/>
                <a:cs typeface="Arial" panose="020B0604020202020204" pitchFamily="34" charset="0"/>
              </a:rPr>
              <a:t>Power Electronics Laboratory</a:t>
            </a:r>
          </a:p>
        </p:txBody>
      </p:sp>
      <p:sp>
        <p:nvSpPr>
          <p:cNvPr id="3" name="Rectangle 2"/>
          <p:cNvSpPr/>
          <p:nvPr userDrawn="1"/>
        </p:nvSpPr>
        <p:spPr>
          <a:xfrm>
            <a:off x="81" y="6471847"/>
            <a:ext cx="9143920" cy="386163"/>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accent1">
                  <a:lumMod val="50000"/>
                </a:schemeClr>
              </a:solidFill>
            </a:endParaRPr>
          </a:p>
        </p:txBody>
      </p:sp>
      <p:cxnSp>
        <p:nvCxnSpPr>
          <p:cNvPr id="17" name="Straight Connector 16"/>
          <p:cNvCxnSpPr/>
          <p:nvPr userDrawn="1"/>
        </p:nvCxnSpPr>
        <p:spPr>
          <a:xfrm>
            <a:off x="2787593" y="3877406"/>
            <a:ext cx="3568823" cy="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4" name="Rectangle 3"/>
          <p:cNvSpPr/>
          <p:nvPr userDrawn="1"/>
        </p:nvSpPr>
        <p:spPr>
          <a:xfrm>
            <a:off x="885996" y="6495641"/>
            <a:ext cx="7592912" cy="338554"/>
          </a:xfrm>
          <a:prstGeom prst="rect">
            <a:avLst/>
          </a:prstGeom>
        </p:spPr>
        <p:txBody>
          <a:bodyPr wrap="none">
            <a:spAutoFit/>
          </a:bodyPr>
          <a:lstStyle/>
          <a:p>
            <a:r>
              <a:rPr lang="en-US" sz="1600" b="1">
                <a:solidFill>
                  <a:schemeClr val="bg1"/>
                </a:solidFill>
                <a:latin typeface="Arial" panose="020B0604020202020204" pitchFamily="34" charset="0"/>
                <a:cs typeface="Arial" panose="020B0604020202020204" pitchFamily="34" charset="0"/>
              </a:rPr>
              <a:t>Power Electronics Laboratory - Hanoi University of Science and Technology</a:t>
            </a:r>
          </a:p>
        </p:txBody>
      </p:sp>
    </p:spTree>
    <p:extLst>
      <p:ext uri="{BB962C8B-B14F-4D97-AF65-F5344CB8AC3E}">
        <p14:creationId xmlns:p14="http://schemas.microsoft.com/office/powerpoint/2010/main" val="599305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55590" y="949921"/>
            <a:ext cx="7432829" cy="4927107"/>
          </a:xfrm>
        </p:spPr>
        <p:txBody>
          <a:bodyPr/>
          <a:lstStyle>
            <a:lvl1pPr marL="0" indent="0" algn="ctr">
              <a:buNone/>
              <a:defRPr sz="2400">
                <a:solidFill>
                  <a:schemeClr val="accent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p:cNvSpPr>
            <a:spLocks noGrp="1"/>
          </p:cNvSpPr>
          <p:nvPr>
            <p:ph type="ftr" sz="quarter" idx="11"/>
          </p:nvPr>
        </p:nvSpPr>
        <p:spPr>
          <a:xfrm>
            <a:off x="3028949" y="6116695"/>
            <a:ext cx="3086100" cy="365125"/>
          </a:xfrm>
          <a:prstGeom prst="rect">
            <a:avLst/>
          </a:prstGeom>
        </p:spPr>
        <p:txBody>
          <a:bodyPr/>
          <a:lstStyle>
            <a:lvl1pPr>
              <a:defRPr>
                <a:solidFill>
                  <a:schemeClr val="accent1">
                    <a:lumMod val="50000"/>
                  </a:schemeClr>
                </a:solidFill>
              </a:defRPr>
            </a:lvl1pPr>
          </a:lstStyle>
          <a:p>
            <a:endParaRPr lang="en-US"/>
          </a:p>
        </p:txBody>
      </p:sp>
      <p:sp>
        <p:nvSpPr>
          <p:cNvPr id="15" name="Text Placeholder 14"/>
          <p:cNvSpPr>
            <a:spLocks noGrp="1"/>
          </p:cNvSpPr>
          <p:nvPr>
            <p:ph type="body" sz="quarter" idx="12" hasCustomPrompt="1"/>
          </p:nvPr>
        </p:nvSpPr>
        <p:spPr>
          <a:xfrm>
            <a:off x="216397" y="86636"/>
            <a:ext cx="639193" cy="556320"/>
          </a:xfrm>
        </p:spPr>
        <p:txBody>
          <a:bodyPr>
            <a:noAutofit/>
          </a:bodyPr>
          <a:lstStyle>
            <a:lvl1pPr marL="0" indent="0" algn="ctr">
              <a:buNone/>
              <a:defRPr sz="4000" b="1">
                <a:solidFill>
                  <a:schemeClr val="accent1">
                    <a:lumMod val="50000"/>
                  </a:schemeClr>
                </a:solidFill>
              </a:defRPr>
            </a:lvl1pPr>
          </a:lstStyle>
          <a:p>
            <a:pPr lvl="0"/>
            <a:r>
              <a:rPr lang="en-US"/>
              <a:t>*</a:t>
            </a:r>
          </a:p>
        </p:txBody>
      </p:sp>
      <p:sp>
        <p:nvSpPr>
          <p:cNvPr id="17" name="Title 1"/>
          <p:cNvSpPr>
            <a:spLocks noGrp="1"/>
          </p:cNvSpPr>
          <p:nvPr>
            <p:ph type="title"/>
          </p:nvPr>
        </p:nvSpPr>
        <p:spPr>
          <a:xfrm>
            <a:off x="1148201" y="192437"/>
            <a:ext cx="6847596" cy="517807"/>
          </a:xfrm>
        </p:spPr>
        <p:txBody>
          <a:bodyPr/>
          <a:lstStyle>
            <a:lvl1pPr>
              <a:defRPr>
                <a:solidFill>
                  <a:schemeClr val="accent1">
                    <a:lumMod val="50000"/>
                  </a:schemeClr>
                </a:solidFill>
              </a:defRPr>
            </a:lvl1pPr>
          </a:lstStyle>
          <a:p>
            <a:r>
              <a:rPr lang="en-US"/>
              <a:t>Click to edit Master title style</a:t>
            </a:r>
          </a:p>
        </p:txBody>
      </p:sp>
      <p:sp>
        <p:nvSpPr>
          <p:cNvPr id="13" name="Date Placeholder 3"/>
          <p:cNvSpPr txBox="1">
            <a:spLocks/>
          </p:cNvSpPr>
          <p:nvPr userDrawn="1"/>
        </p:nvSpPr>
        <p:spPr>
          <a:xfrm>
            <a:off x="408372" y="6564639"/>
            <a:ext cx="2057400" cy="289765"/>
          </a:xfrm>
          <a:prstGeom prst="rect">
            <a:avLst/>
          </a:prstGeom>
        </p:spPr>
        <p:txBody>
          <a:bodyPr vert="horz" lIns="91440" tIns="45720" rIns="91440" bIns="45720" rtlCol="0" anchor="ctr"/>
          <a:lstStyle>
            <a:defPPr>
              <a:defRPr lang="en-US"/>
            </a:defPPr>
            <a:lvl1pPr marL="0" algn="l" defTabSz="914400" rtl="0" eaLnBrk="1" latinLnBrk="0" hangingPunct="1">
              <a:defRPr sz="10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35DBA25-4FFD-4340-B7A2-38A9C9BE6135}" type="datetime1">
              <a:rPr lang="en-US" sz="1050" smtClean="0">
                <a:solidFill>
                  <a:schemeClr val="accent1">
                    <a:lumMod val="50000"/>
                  </a:schemeClr>
                </a:solidFill>
              </a:rPr>
              <a:pPr/>
              <a:t>4/1/2024</a:t>
            </a:fld>
            <a:endParaRPr lang="en-US" sz="1050">
              <a:solidFill>
                <a:schemeClr val="accent1">
                  <a:lumMod val="50000"/>
                </a:schemeClr>
              </a:solidFill>
            </a:endParaRPr>
          </a:p>
        </p:txBody>
      </p:sp>
      <p:sp>
        <p:nvSpPr>
          <p:cNvPr id="8" name="Slide Number Placeholder 89"/>
          <p:cNvSpPr>
            <a:spLocks noGrp="1"/>
          </p:cNvSpPr>
          <p:nvPr>
            <p:ph type="sldNum" sz="quarter" idx="4"/>
          </p:nvPr>
        </p:nvSpPr>
        <p:spPr>
          <a:xfrm>
            <a:off x="8351186" y="6581397"/>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4223590467"/>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46662" y="913201"/>
            <a:ext cx="6847596" cy="1750871"/>
          </a:xfrm>
        </p:spPr>
        <p:txBody>
          <a:bodyPr/>
          <a:lstStyle>
            <a:lvl1pPr algn="ctr">
              <a:defRPr b="1">
                <a:solidFill>
                  <a:schemeClr val="accent1">
                    <a:lumMod val="50000"/>
                  </a:schemeClr>
                </a:solidFill>
                <a:latin typeface="Arial" panose="020B0604020202020204" pitchFamily="34" charset="0"/>
                <a:cs typeface="Arial" panose="020B0604020202020204" pitchFamily="34" charset="0"/>
              </a:defRPr>
            </a:lvl1pPr>
          </a:lstStyle>
          <a:p>
            <a:r>
              <a:rPr lang="en-US"/>
              <a:t>*thanks</a:t>
            </a:r>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1960" y="4546463"/>
            <a:ext cx="2288746" cy="904768"/>
          </a:xfrm>
          <a:prstGeom prst="rect">
            <a:avLst/>
          </a:prstGeom>
        </p:spPr>
      </p:pic>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160883" y="3745523"/>
            <a:ext cx="2765199" cy="1705708"/>
          </a:xfrm>
          <a:prstGeom prst="rect">
            <a:avLst/>
          </a:prstGeom>
        </p:spPr>
      </p:pic>
      <p:pic>
        <p:nvPicPr>
          <p:cNvPr id="16" name="Picture 15"/>
          <p:cNvPicPr>
            <a:picLocks noChangeAspect="1"/>
          </p:cNvPicPr>
          <p:nvPr userDrawn="1"/>
        </p:nvPicPr>
        <p:blipFill rotWithShape="1">
          <a:blip r:embed="rId4"/>
          <a:srcRect l="36250" t="20667" r="40917" b="72222"/>
          <a:stretch/>
        </p:blipFill>
        <p:spPr>
          <a:xfrm>
            <a:off x="2176374" y="2664069"/>
            <a:ext cx="4523200" cy="792386"/>
          </a:xfrm>
          <a:prstGeom prst="rect">
            <a:avLst/>
          </a:prstGeom>
        </p:spPr>
      </p:pic>
      <p:pic>
        <p:nvPicPr>
          <p:cNvPr id="17" name="Picture 1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510592" y="4183390"/>
            <a:ext cx="2249977" cy="1250809"/>
          </a:xfrm>
          <a:prstGeom prst="rect">
            <a:avLst/>
          </a:prstGeom>
        </p:spPr>
      </p:pic>
      <p:sp>
        <p:nvSpPr>
          <p:cNvPr id="18" name="Rectangle 17"/>
          <p:cNvSpPr/>
          <p:nvPr userDrawn="1"/>
        </p:nvSpPr>
        <p:spPr>
          <a:xfrm>
            <a:off x="2663468" y="6411010"/>
            <a:ext cx="3817071" cy="400110"/>
          </a:xfrm>
          <a:prstGeom prst="rect">
            <a:avLst/>
          </a:prstGeom>
        </p:spPr>
        <p:txBody>
          <a:bodyPr wrap="none">
            <a:spAutoFit/>
          </a:bodyPr>
          <a:lstStyle/>
          <a:p>
            <a:r>
              <a:rPr lang="en-US" sz="2000" b="1">
                <a:solidFill>
                  <a:schemeClr val="accent1">
                    <a:lumMod val="50000"/>
                  </a:schemeClr>
                </a:solidFill>
                <a:latin typeface="Arial" panose="020B0604020202020204" pitchFamily="34" charset="0"/>
                <a:cs typeface="Arial" panose="020B0604020202020204" pitchFamily="34" charset="0"/>
              </a:rPr>
              <a:t>Power Electronics Laboratory</a:t>
            </a:r>
          </a:p>
        </p:txBody>
      </p:sp>
      <p:sp>
        <p:nvSpPr>
          <p:cNvPr id="19" name="Rectangle 18"/>
          <p:cNvSpPr/>
          <p:nvPr userDrawn="1"/>
        </p:nvSpPr>
        <p:spPr>
          <a:xfrm>
            <a:off x="81" y="6471847"/>
            <a:ext cx="9143920" cy="386163"/>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accent1">
                  <a:lumMod val="50000"/>
                </a:schemeClr>
              </a:solidFill>
            </a:endParaRPr>
          </a:p>
        </p:txBody>
      </p:sp>
      <p:sp>
        <p:nvSpPr>
          <p:cNvPr id="20" name="Rectangle 19"/>
          <p:cNvSpPr/>
          <p:nvPr userDrawn="1"/>
        </p:nvSpPr>
        <p:spPr>
          <a:xfrm>
            <a:off x="885995" y="6495641"/>
            <a:ext cx="7608173" cy="338554"/>
          </a:xfrm>
          <a:prstGeom prst="rect">
            <a:avLst/>
          </a:prstGeom>
        </p:spPr>
        <p:txBody>
          <a:bodyPr wrap="none">
            <a:spAutoFit/>
          </a:bodyPr>
          <a:lstStyle/>
          <a:p>
            <a:r>
              <a:rPr lang="en-US" sz="1600" b="1">
                <a:solidFill>
                  <a:schemeClr val="bg1"/>
                </a:solidFill>
                <a:latin typeface="Arial" panose="020B0604020202020204" pitchFamily="34" charset="0"/>
                <a:cs typeface="Arial" panose="020B0604020202020204" pitchFamily="34" charset="0"/>
              </a:rPr>
              <a:t>Power Electronics Laboratory - Hanoi University of Science and Technology</a:t>
            </a:r>
          </a:p>
        </p:txBody>
      </p:sp>
    </p:spTree>
    <p:extLst>
      <p:ext uri="{BB962C8B-B14F-4D97-AF65-F5344CB8AC3E}">
        <p14:creationId xmlns:p14="http://schemas.microsoft.com/office/powerpoint/2010/main" val="1663479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28650" y="1047569"/>
            <a:ext cx="7886700" cy="48537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FBABEA-7F92-4A5F-A7F4-CAD45B55DFAB}" type="datetime1">
              <a:rPr lang="en-US" smtClean="0"/>
              <a:t>4/1/2024</a:t>
            </a:fld>
            <a:endParaRPr lang="en-US"/>
          </a:p>
        </p:txBody>
      </p:sp>
      <p:sp>
        <p:nvSpPr>
          <p:cNvPr id="5" name="Footer Placeholder 4"/>
          <p:cNvSpPr>
            <a:spLocks noGrp="1"/>
          </p:cNvSpPr>
          <p:nvPr>
            <p:ph type="ftr" sz="quarter" idx="11"/>
          </p:nvPr>
        </p:nvSpPr>
        <p:spPr>
          <a:xfrm>
            <a:off x="3028950" y="6356355"/>
            <a:ext cx="3086100" cy="365125"/>
          </a:xfrm>
          <a:prstGeom prst="rect">
            <a:avLst/>
          </a:prstGeom>
        </p:spPr>
        <p:txBody>
          <a:bodyPr/>
          <a:lstStyle/>
          <a:p>
            <a:endParaRPr lang="en-US"/>
          </a:p>
        </p:txBody>
      </p:sp>
      <p:sp>
        <p:nvSpPr>
          <p:cNvPr id="9" name="Text Placeholder 14"/>
          <p:cNvSpPr>
            <a:spLocks noGrp="1"/>
          </p:cNvSpPr>
          <p:nvPr>
            <p:ph type="body" sz="quarter" idx="12" hasCustomPrompt="1"/>
          </p:nvPr>
        </p:nvSpPr>
        <p:spPr>
          <a:xfrm>
            <a:off x="216394" y="86636"/>
            <a:ext cx="639193" cy="556320"/>
          </a:xfrm>
        </p:spPr>
        <p:txBody>
          <a:bodyPr>
            <a:noAutofit/>
          </a:bodyPr>
          <a:lstStyle>
            <a:lvl1pPr marL="0" indent="0" algn="ctr">
              <a:buNone/>
              <a:defRPr sz="4000" b="1">
                <a:solidFill>
                  <a:schemeClr val="tx1"/>
                </a:solidFill>
              </a:defRPr>
            </a:lvl1pPr>
          </a:lstStyle>
          <a:p>
            <a:pPr lvl="0"/>
            <a:r>
              <a:rPr lang="en-US"/>
              <a:t>*</a:t>
            </a:r>
          </a:p>
        </p:txBody>
      </p:sp>
      <p:sp>
        <p:nvSpPr>
          <p:cNvPr id="8" name="Slide Number Placeholder 89"/>
          <p:cNvSpPr>
            <a:spLocks noGrp="1"/>
          </p:cNvSpPr>
          <p:nvPr>
            <p:ph type="sldNum" sz="quarter" idx="4"/>
          </p:nvPr>
        </p:nvSpPr>
        <p:spPr>
          <a:xfrm>
            <a:off x="8351186" y="6581391"/>
            <a:ext cx="465201" cy="276613"/>
          </a:xfrm>
          <a:prstGeom prst="rect">
            <a:avLst/>
          </a:prstGeom>
        </p:spPr>
        <p:txBody>
          <a:bodyPr vert="horz" lIns="91440" tIns="45720" rIns="91440" bIns="45720" rtlCol="0" anchor="ctr"/>
          <a:lstStyle>
            <a:lvl1pPr algn="ctr">
              <a:defRPr sz="1200" b="1">
                <a:solidFill>
                  <a:srgbClr val="0070C0"/>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3532085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016104"/>
            <a:ext cx="7886700" cy="1966794"/>
          </a:xfrm>
        </p:spPr>
        <p:txBody>
          <a:bodyPr anchor="b"/>
          <a:lstStyle>
            <a:lvl1pPr>
              <a:defRPr sz="6000">
                <a:solidFill>
                  <a:schemeClr val="accent1">
                    <a:lumMod val="50000"/>
                  </a:schemeClr>
                </a:solidFill>
              </a:defRPr>
            </a:lvl1pPr>
          </a:lstStyle>
          <a:p>
            <a:r>
              <a:rPr lang="en-US"/>
              <a:t>Click to edit Master title style</a:t>
            </a:r>
          </a:p>
        </p:txBody>
      </p:sp>
      <p:sp>
        <p:nvSpPr>
          <p:cNvPr id="3" name="Text Placeholder 2"/>
          <p:cNvSpPr>
            <a:spLocks noGrp="1"/>
          </p:cNvSpPr>
          <p:nvPr>
            <p:ph type="body" idx="1"/>
          </p:nvPr>
        </p:nvSpPr>
        <p:spPr>
          <a:xfrm>
            <a:off x="623888" y="3124952"/>
            <a:ext cx="7886700" cy="2964711"/>
          </a:xfrm>
        </p:spPr>
        <p:txBody>
          <a:bodyPr/>
          <a:lstStyle>
            <a:lvl1pPr marL="0" indent="0">
              <a:buNone/>
              <a:defRPr sz="2400">
                <a:solidFill>
                  <a:schemeClr val="accent1">
                    <a:lumMod val="50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50000"/>
                  </a:schemeClr>
                </a:solidFill>
              </a:defRPr>
            </a:lvl1pPr>
          </a:lstStyle>
          <a:p>
            <a:fld id="{440F1F73-A024-4026-803C-DF30C7D2FCE5}" type="datetime1">
              <a:rPr lang="en-US" smtClean="0"/>
              <a:pPr/>
              <a:t>4/1/2024</a:t>
            </a:fld>
            <a:endParaRPr lang="en-US"/>
          </a:p>
        </p:txBody>
      </p:sp>
      <p:sp>
        <p:nvSpPr>
          <p:cNvPr id="5" name="Footer Placeholder 4"/>
          <p:cNvSpPr>
            <a:spLocks noGrp="1"/>
          </p:cNvSpPr>
          <p:nvPr>
            <p:ph type="ftr" sz="quarter" idx="11"/>
          </p:nvPr>
        </p:nvSpPr>
        <p:spPr>
          <a:xfrm>
            <a:off x="3028950" y="6356363"/>
            <a:ext cx="3086100" cy="365125"/>
          </a:xfrm>
          <a:prstGeom prst="rect">
            <a:avLst/>
          </a:prstGeom>
        </p:spPr>
        <p:txBody>
          <a:bodyPr/>
          <a:lstStyle>
            <a:lvl1pPr>
              <a:defRPr>
                <a:solidFill>
                  <a:schemeClr val="accent1">
                    <a:lumMod val="50000"/>
                  </a:schemeClr>
                </a:solidFill>
              </a:defRPr>
            </a:lvl1pPr>
          </a:lstStyle>
          <a:p>
            <a:endParaRPr lang="en-US"/>
          </a:p>
        </p:txBody>
      </p:sp>
      <p:sp>
        <p:nvSpPr>
          <p:cNvPr id="8" name="Text Placeholder 14"/>
          <p:cNvSpPr>
            <a:spLocks noGrp="1"/>
          </p:cNvSpPr>
          <p:nvPr>
            <p:ph type="body" sz="quarter" idx="12" hasCustomPrompt="1"/>
          </p:nvPr>
        </p:nvSpPr>
        <p:spPr>
          <a:xfrm>
            <a:off x="216398" y="86636"/>
            <a:ext cx="639193" cy="556320"/>
          </a:xfrm>
        </p:spPr>
        <p:txBody>
          <a:bodyPr>
            <a:noAutofit/>
          </a:bodyPr>
          <a:lstStyle>
            <a:lvl1pPr marL="0" indent="0" algn="ctr">
              <a:buNone/>
              <a:defRPr sz="4000" b="1">
                <a:solidFill>
                  <a:schemeClr val="accent1">
                    <a:lumMod val="50000"/>
                  </a:schemeClr>
                </a:solidFill>
              </a:defRPr>
            </a:lvl1pPr>
          </a:lstStyle>
          <a:p>
            <a:pPr lvl="0"/>
            <a:r>
              <a:rPr lang="en-US"/>
              <a:t>*</a:t>
            </a:r>
          </a:p>
        </p:txBody>
      </p:sp>
      <p:sp>
        <p:nvSpPr>
          <p:cNvPr id="9" name="Slide Number Placeholder 89"/>
          <p:cNvSpPr>
            <a:spLocks noGrp="1"/>
          </p:cNvSpPr>
          <p:nvPr>
            <p:ph type="sldNum" sz="quarter" idx="4"/>
          </p:nvPr>
        </p:nvSpPr>
        <p:spPr>
          <a:xfrm>
            <a:off x="8351186" y="6581399"/>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2318458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p>
        </p:txBody>
      </p:sp>
      <p:sp>
        <p:nvSpPr>
          <p:cNvPr id="3" name="Content Placeholder 2"/>
          <p:cNvSpPr>
            <a:spLocks noGrp="1"/>
          </p:cNvSpPr>
          <p:nvPr>
            <p:ph sz="half" idx="1"/>
          </p:nvPr>
        </p:nvSpPr>
        <p:spPr>
          <a:xfrm>
            <a:off x="628650" y="976548"/>
            <a:ext cx="3886200" cy="5200419"/>
          </a:xfrm>
        </p:spPr>
        <p:txBody>
          <a:bodyPr/>
          <a:lstStyle>
            <a:lvl1pPr>
              <a:defRPr>
                <a:solidFill>
                  <a:schemeClr val="accent1">
                    <a:lumMod val="50000"/>
                  </a:schemeClr>
                </a:solidFill>
              </a:defRPr>
            </a:lvl1pPr>
            <a:lvl2pPr>
              <a:defRPr>
                <a:solidFill>
                  <a:schemeClr val="accent1">
                    <a:lumMod val="50000"/>
                  </a:schemeClr>
                </a:solidFill>
              </a:defRPr>
            </a:lvl2pPr>
            <a:lvl3pPr>
              <a:defRPr>
                <a:solidFill>
                  <a:schemeClr val="accent1">
                    <a:lumMod val="50000"/>
                  </a:schemeClr>
                </a:solidFill>
              </a:defRPr>
            </a:lvl3pPr>
            <a:lvl4pPr>
              <a:defRPr>
                <a:solidFill>
                  <a:schemeClr val="accent1">
                    <a:lumMod val="50000"/>
                  </a:schemeClr>
                </a:solidFill>
              </a:defRPr>
            </a:lvl4pPr>
            <a:lvl5pPr>
              <a:defRPr>
                <a:solidFill>
                  <a:schemeClr val="accent1">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976548"/>
            <a:ext cx="3886200" cy="5200419"/>
          </a:xfrm>
        </p:spPr>
        <p:txBody>
          <a:bodyPr/>
          <a:lstStyle>
            <a:lvl1pPr>
              <a:defRPr>
                <a:solidFill>
                  <a:schemeClr val="accent1">
                    <a:lumMod val="50000"/>
                  </a:schemeClr>
                </a:solidFill>
              </a:defRPr>
            </a:lvl1pPr>
            <a:lvl2pPr>
              <a:defRPr>
                <a:solidFill>
                  <a:schemeClr val="accent1">
                    <a:lumMod val="50000"/>
                  </a:schemeClr>
                </a:solidFill>
              </a:defRPr>
            </a:lvl2pPr>
            <a:lvl3pPr>
              <a:defRPr>
                <a:solidFill>
                  <a:schemeClr val="accent1">
                    <a:lumMod val="50000"/>
                  </a:schemeClr>
                </a:solidFill>
              </a:defRPr>
            </a:lvl3pPr>
            <a:lvl4pPr>
              <a:defRPr>
                <a:solidFill>
                  <a:schemeClr val="accent1">
                    <a:lumMod val="50000"/>
                  </a:schemeClr>
                </a:solidFill>
              </a:defRPr>
            </a:lvl4pPr>
            <a:lvl5pPr>
              <a:defRPr>
                <a:solidFill>
                  <a:schemeClr val="accent1">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solidFill>
                  <a:schemeClr val="accent1">
                    <a:lumMod val="50000"/>
                  </a:schemeClr>
                </a:solidFill>
              </a:defRPr>
            </a:lvl1pPr>
          </a:lstStyle>
          <a:p>
            <a:fld id="{E2DB446F-AF4D-4867-B15A-B2033E5C2598}" type="datetime1">
              <a:rPr lang="en-US" smtClean="0"/>
              <a:pPr/>
              <a:t>4/1/2024</a:t>
            </a:fld>
            <a:endParaRPr lang="en-US"/>
          </a:p>
        </p:txBody>
      </p:sp>
      <p:sp>
        <p:nvSpPr>
          <p:cNvPr id="6" name="Footer Placeholder 5"/>
          <p:cNvSpPr>
            <a:spLocks noGrp="1"/>
          </p:cNvSpPr>
          <p:nvPr>
            <p:ph type="ftr" sz="quarter" idx="11"/>
          </p:nvPr>
        </p:nvSpPr>
        <p:spPr>
          <a:xfrm>
            <a:off x="3028950" y="6356355"/>
            <a:ext cx="3086100" cy="365125"/>
          </a:xfrm>
          <a:prstGeom prst="rect">
            <a:avLst/>
          </a:prstGeom>
        </p:spPr>
        <p:txBody>
          <a:bodyPr/>
          <a:lstStyle>
            <a:lvl1pPr>
              <a:defRPr>
                <a:solidFill>
                  <a:schemeClr val="accent1">
                    <a:lumMod val="50000"/>
                  </a:schemeClr>
                </a:solidFill>
              </a:defRPr>
            </a:lvl1pPr>
          </a:lstStyle>
          <a:p>
            <a:endParaRPr lang="en-US"/>
          </a:p>
        </p:txBody>
      </p:sp>
      <p:sp>
        <p:nvSpPr>
          <p:cNvPr id="9" name="Text Placeholder 14"/>
          <p:cNvSpPr>
            <a:spLocks noGrp="1"/>
          </p:cNvSpPr>
          <p:nvPr>
            <p:ph type="body" sz="quarter" idx="12" hasCustomPrompt="1"/>
          </p:nvPr>
        </p:nvSpPr>
        <p:spPr>
          <a:xfrm>
            <a:off x="216394" y="86636"/>
            <a:ext cx="639193" cy="556320"/>
          </a:xfrm>
        </p:spPr>
        <p:txBody>
          <a:bodyPr>
            <a:noAutofit/>
          </a:bodyPr>
          <a:lstStyle>
            <a:lvl1pPr marL="0" indent="0" algn="ctr">
              <a:buNone/>
              <a:defRPr sz="4000" b="1">
                <a:solidFill>
                  <a:schemeClr val="accent1">
                    <a:lumMod val="50000"/>
                  </a:schemeClr>
                </a:solidFill>
              </a:defRPr>
            </a:lvl1pPr>
          </a:lstStyle>
          <a:p>
            <a:pPr lvl="0"/>
            <a:r>
              <a:rPr lang="en-US"/>
              <a:t>*</a:t>
            </a:r>
          </a:p>
        </p:txBody>
      </p:sp>
      <p:sp>
        <p:nvSpPr>
          <p:cNvPr id="10" name="Slide Number Placeholder 89"/>
          <p:cNvSpPr>
            <a:spLocks noGrp="1"/>
          </p:cNvSpPr>
          <p:nvPr>
            <p:ph type="sldNum" sz="quarter" idx="4"/>
          </p:nvPr>
        </p:nvSpPr>
        <p:spPr>
          <a:xfrm>
            <a:off x="8351186" y="6581391"/>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2139200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508DB304-3D18-4F3E-9F5A-B9ABEABF4ADF}" type="datetime1">
              <a:rPr lang="en-US" smtClean="0"/>
              <a:pPr/>
              <a:t>4/1/2024</a:t>
            </a:fld>
            <a:endParaRPr lang="en-US"/>
          </a:p>
        </p:txBody>
      </p:sp>
      <p:sp>
        <p:nvSpPr>
          <p:cNvPr id="4" name="Footer Placeholder 3"/>
          <p:cNvSpPr>
            <a:spLocks noGrp="1"/>
          </p:cNvSpPr>
          <p:nvPr>
            <p:ph type="ftr" sz="quarter" idx="11"/>
          </p:nvPr>
        </p:nvSpPr>
        <p:spPr>
          <a:xfrm>
            <a:off x="3028950" y="6356355"/>
            <a:ext cx="3086100" cy="365125"/>
          </a:xfrm>
          <a:prstGeom prst="rect">
            <a:avLst/>
          </a:prstGeom>
        </p:spPr>
        <p:txBody>
          <a:bodyPr/>
          <a:lstStyle>
            <a:lvl1pPr>
              <a:defRPr>
                <a:solidFill>
                  <a:schemeClr val="accent1">
                    <a:lumMod val="50000"/>
                  </a:schemeClr>
                </a:solidFill>
              </a:defRPr>
            </a:lvl1pPr>
          </a:lstStyle>
          <a:p>
            <a:endParaRPr lang="en-US"/>
          </a:p>
        </p:txBody>
      </p:sp>
      <p:sp>
        <p:nvSpPr>
          <p:cNvPr id="6" name="Slide Number Placeholder 89"/>
          <p:cNvSpPr>
            <a:spLocks noGrp="1"/>
          </p:cNvSpPr>
          <p:nvPr>
            <p:ph type="sldNum" sz="quarter" idx="4"/>
          </p:nvPr>
        </p:nvSpPr>
        <p:spPr>
          <a:xfrm>
            <a:off x="8351186" y="6581391"/>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160675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accent1">
                    <a:lumMod val="50000"/>
                  </a:schemeClr>
                </a:solidFill>
              </a:defRPr>
            </a:lvl1pPr>
          </a:lstStyle>
          <a:p>
            <a:fld id="{A39E19FC-FEA0-40FD-A81B-CBA85A279715}" type="datetime1">
              <a:rPr lang="en-US" smtClean="0"/>
              <a:pPr/>
              <a:t>4/1/2024</a:t>
            </a:fld>
            <a:endParaRPr lang="en-US"/>
          </a:p>
        </p:txBody>
      </p:sp>
      <p:sp>
        <p:nvSpPr>
          <p:cNvPr id="3" name="Footer Placeholder 2"/>
          <p:cNvSpPr>
            <a:spLocks noGrp="1"/>
          </p:cNvSpPr>
          <p:nvPr>
            <p:ph type="ftr" sz="quarter" idx="11"/>
          </p:nvPr>
        </p:nvSpPr>
        <p:spPr>
          <a:xfrm>
            <a:off x="3028950" y="6356355"/>
            <a:ext cx="3086100" cy="365125"/>
          </a:xfrm>
          <a:prstGeom prst="rect">
            <a:avLst/>
          </a:prstGeom>
        </p:spPr>
        <p:txBody>
          <a:bodyPr/>
          <a:lstStyle>
            <a:lvl1pPr>
              <a:defRPr>
                <a:solidFill>
                  <a:schemeClr val="accent1">
                    <a:lumMod val="50000"/>
                  </a:schemeClr>
                </a:solidFill>
              </a:defRPr>
            </a:lvl1pPr>
          </a:lstStyle>
          <a:p>
            <a:endParaRPr lang="en-US"/>
          </a:p>
        </p:txBody>
      </p:sp>
      <p:sp>
        <p:nvSpPr>
          <p:cNvPr id="5" name="Slide Number Placeholder 89"/>
          <p:cNvSpPr>
            <a:spLocks noGrp="1"/>
          </p:cNvSpPr>
          <p:nvPr>
            <p:ph type="sldNum" sz="quarter" idx="4"/>
          </p:nvPr>
        </p:nvSpPr>
        <p:spPr>
          <a:xfrm>
            <a:off x="8351186" y="6581391"/>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1796082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994311"/>
            <a:ext cx="3868340" cy="514905"/>
          </a:xfrm>
        </p:spPr>
        <p:txBody>
          <a:bodyPr anchor="b"/>
          <a:lstStyle>
            <a:lvl1pPr marL="0" indent="0">
              <a:buNone/>
              <a:defRPr sz="2400" b="1">
                <a:solidFill>
                  <a:schemeClr val="accent1">
                    <a:lumMod val="50000"/>
                  </a:schemeClr>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4" name="Content Placeholder 3"/>
          <p:cNvSpPr>
            <a:spLocks noGrp="1"/>
          </p:cNvSpPr>
          <p:nvPr>
            <p:ph sz="half" idx="2"/>
          </p:nvPr>
        </p:nvSpPr>
        <p:spPr>
          <a:xfrm>
            <a:off x="629842" y="1589103"/>
            <a:ext cx="3868340" cy="4600560"/>
          </a:xfrm>
        </p:spPr>
        <p:txBody>
          <a:bodyPr/>
          <a:lstStyle>
            <a:lvl1pPr>
              <a:defRPr>
                <a:solidFill>
                  <a:schemeClr val="accent1">
                    <a:lumMod val="50000"/>
                  </a:schemeClr>
                </a:solidFill>
              </a:defRPr>
            </a:lvl1pPr>
            <a:lvl2pPr>
              <a:defRPr>
                <a:solidFill>
                  <a:schemeClr val="accent1">
                    <a:lumMod val="50000"/>
                  </a:schemeClr>
                </a:solidFill>
              </a:defRPr>
            </a:lvl2pPr>
            <a:lvl3pPr>
              <a:defRPr>
                <a:solidFill>
                  <a:schemeClr val="accent1">
                    <a:lumMod val="50000"/>
                  </a:schemeClr>
                </a:solidFill>
              </a:defRPr>
            </a:lvl3pPr>
            <a:lvl4pPr>
              <a:defRPr>
                <a:solidFill>
                  <a:schemeClr val="accent1">
                    <a:lumMod val="50000"/>
                  </a:schemeClr>
                </a:solidFill>
              </a:defRPr>
            </a:lvl4pPr>
            <a:lvl5pPr>
              <a:defRPr>
                <a:solidFill>
                  <a:schemeClr val="accent1">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2" y="994311"/>
            <a:ext cx="3887391" cy="514905"/>
          </a:xfrm>
        </p:spPr>
        <p:txBody>
          <a:bodyPr anchor="b"/>
          <a:lstStyle>
            <a:lvl1pPr marL="0" indent="0">
              <a:buNone/>
              <a:defRPr sz="2400" b="1">
                <a:solidFill>
                  <a:schemeClr val="accent1">
                    <a:lumMod val="50000"/>
                  </a:schemeClr>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6" name="Content Placeholder 5"/>
          <p:cNvSpPr>
            <a:spLocks noGrp="1"/>
          </p:cNvSpPr>
          <p:nvPr>
            <p:ph sz="quarter" idx="4"/>
          </p:nvPr>
        </p:nvSpPr>
        <p:spPr>
          <a:xfrm>
            <a:off x="4629152" y="1589103"/>
            <a:ext cx="3887391" cy="4600560"/>
          </a:xfrm>
        </p:spPr>
        <p:txBody>
          <a:bodyPr/>
          <a:lstStyle>
            <a:lvl1pPr>
              <a:defRPr>
                <a:solidFill>
                  <a:schemeClr val="accent1">
                    <a:lumMod val="50000"/>
                  </a:schemeClr>
                </a:solidFill>
              </a:defRPr>
            </a:lvl1pPr>
            <a:lvl2pPr>
              <a:defRPr>
                <a:solidFill>
                  <a:schemeClr val="accent1">
                    <a:lumMod val="50000"/>
                  </a:schemeClr>
                </a:solidFill>
              </a:defRPr>
            </a:lvl2pPr>
            <a:lvl3pPr>
              <a:defRPr>
                <a:solidFill>
                  <a:schemeClr val="accent1">
                    <a:lumMod val="50000"/>
                  </a:schemeClr>
                </a:solidFill>
              </a:defRPr>
            </a:lvl3pPr>
            <a:lvl4pPr>
              <a:defRPr>
                <a:solidFill>
                  <a:schemeClr val="accent1">
                    <a:lumMod val="50000"/>
                  </a:schemeClr>
                </a:solidFill>
              </a:defRPr>
            </a:lvl4pPr>
            <a:lvl5pPr>
              <a:defRPr>
                <a:solidFill>
                  <a:schemeClr val="accent1">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solidFill>
                  <a:schemeClr val="accent1">
                    <a:lumMod val="50000"/>
                  </a:schemeClr>
                </a:solidFill>
              </a:defRPr>
            </a:lvl1pPr>
          </a:lstStyle>
          <a:p>
            <a:fld id="{07B62657-2BE6-417E-B8B2-7AEF7629E126}" type="datetime1">
              <a:rPr lang="en-US" smtClean="0"/>
              <a:pPr/>
              <a:t>4/1/2024</a:t>
            </a:fld>
            <a:endParaRPr lang="en-US"/>
          </a:p>
        </p:txBody>
      </p:sp>
      <p:sp>
        <p:nvSpPr>
          <p:cNvPr id="8" name="Footer Placeholder 7"/>
          <p:cNvSpPr>
            <a:spLocks noGrp="1"/>
          </p:cNvSpPr>
          <p:nvPr>
            <p:ph type="ftr" sz="quarter" idx="11"/>
          </p:nvPr>
        </p:nvSpPr>
        <p:spPr>
          <a:xfrm>
            <a:off x="3028950" y="6356363"/>
            <a:ext cx="3086100" cy="365125"/>
          </a:xfrm>
          <a:prstGeom prst="rect">
            <a:avLst/>
          </a:prstGeom>
        </p:spPr>
        <p:txBody>
          <a:bodyPr/>
          <a:lstStyle>
            <a:lvl1pPr>
              <a:defRPr>
                <a:solidFill>
                  <a:schemeClr val="accent1">
                    <a:lumMod val="50000"/>
                  </a:schemeClr>
                </a:solidFill>
              </a:defRPr>
            </a:lvl1pPr>
          </a:lstStyle>
          <a:p>
            <a:endParaRPr lang="en-US"/>
          </a:p>
        </p:txBody>
      </p:sp>
      <p:sp>
        <p:nvSpPr>
          <p:cNvPr id="12" name="Title 1"/>
          <p:cNvSpPr>
            <a:spLocks noGrp="1"/>
          </p:cNvSpPr>
          <p:nvPr>
            <p:ph type="title"/>
          </p:nvPr>
        </p:nvSpPr>
        <p:spPr>
          <a:xfrm>
            <a:off x="1148202" y="173303"/>
            <a:ext cx="6847596" cy="517807"/>
          </a:xfrm>
        </p:spPr>
        <p:txBody>
          <a:bodyPr/>
          <a:lstStyle>
            <a:lvl1pPr>
              <a:defRPr>
                <a:solidFill>
                  <a:schemeClr val="accent1">
                    <a:lumMod val="50000"/>
                  </a:schemeClr>
                </a:solidFill>
              </a:defRPr>
            </a:lvl1pPr>
          </a:lstStyle>
          <a:p>
            <a:r>
              <a:rPr lang="en-US"/>
              <a:t>Click to edit Master title style</a:t>
            </a:r>
          </a:p>
        </p:txBody>
      </p:sp>
      <p:sp>
        <p:nvSpPr>
          <p:cNvPr id="11" name="Text Placeholder 14"/>
          <p:cNvSpPr>
            <a:spLocks noGrp="1"/>
          </p:cNvSpPr>
          <p:nvPr>
            <p:ph type="body" sz="quarter" idx="12" hasCustomPrompt="1"/>
          </p:nvPr>
        </p:nvSpPr>
        <p:spPr>
          <a:xfrm>
            <a:off x="216398" y="86636"/>
            <a:ext cx="639193" cy="556320"/>
          </a:xfrm>
        </p:spPr>
        <p:txBody>
          <a:bodyPr>
            <a:noAutofit/>
          </a:bodyPr>
          <a:lstStyle>
            <a:lvl1pPr marL="0" indent="0" algn="ctr">
              <a:buNone/>
              <a:defRPr sz="4000" b="1">
                <a:solidFill>
                  <a:schemeClr val="accent1">
                    <a:lumMod val="50000"/>
                  </a:schemeClr>
                </a:solidFill>
              </a:defRPr>
            </a:lvl1pPr>
          </a:lstStyle>
          <a:p>
            <a:pPr lvl="0"/>
            <a:r>
              <a:rPr lang="en-US"/>
              <a:t>*</a:t>
            </a:r>
          </a:p>
        </p:txBody>
      </p:sp>
      <p:sp>
        <p:nvSpPr>
          <p:cNvPr id="13" name="Slide Number Placeholder 89"/>
          <p:cNvSpPr>
            <a:spLocks noGrp="1"/>
          </p:cNvSpPr>
          <p:nvPr>
            <p:ph type="sldNum" sz="quarter" idx="13"/>
          </p:nvPr>
        </p:nvSpPr>
        <p:spPr>
          <a:xfrm>
            <a:off x="8351186" y="6581399"/>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2706206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987437"/>
            <a:ext cx="2949178" cy="1311891"/>
          </a:xfrm>
        </p:spPr>
        <p:txBody>
          <a:bodyPr anchor="b"/>
          <a:lstStyle>
            <a:lvl1pPr>
              <a:defRPr sz="3200">
                <a:solidFill>
                  <a:schemeClr val="accent1">
                    <a:lumMod val="50000"/>
                  </a:schemeClr>
                </a:solidFill>
              </a:defRPr>
            </a:lvl1pPr>
          </a:lstStyle>
          <a:p>
            <a:r>
              <a:rPr lang="en-US"/>
              <a:t>Click to edit Master title style</a:t>
            </a:r>
          </a:p>
        </p:txBody>
      </p:sp>
      <p:sp>
        <p:nvSpPr>
          <p:cNvPr id="3" name="Content Placeholder 2"/>
          <p:cNvSpPr>
            <a:spLocks noGrp="1"/>
          </p:cNvSpPr>
          <p:nvPr>
            <p:ph idx="1"/>
          </p:nvPr>
        </p:nvSpPr>
        <p:spPr>
          <a:xfrm>
            <a:off x="3887391" y="987438"/>
            <a:ext cx="4629150" cy="4873625"/>
          </a:xfrm>
        </p:spPr>
        <p:txBody>
          <a:bodyPr/>
          <a:lstStyle>
            <a:lvl1pPr>
              <a:defRPr sz="3200">
                <a:solidFill>
                  <a:schemeClr val="accent1">
                    <a:lumMod val="50000"/>
                  </a:schemeClr>
                </a:solidFill>
              </a:defRPr>
            </a:lvl1pPr>
            <a:lvl2pPr>
              <a:defRPr sz="2800">
                <a:solidFill>
                  <a:schemeClr val="accent1">
                    <a:lumMod val="50000"/>
                  </a:schemeClr>
                </a:solidFill>
              </a:defRPr>
            </a:lvl2pPr>
            <a:lvl3pPr>
              <a:defRPr sz="2400">
                <a:solidFill>
                  <a:schemeClr val="accent1">
                    <a:lumMod val="50000"/>
                  </a:schemeClr>
                </a:solidFill>
              </a:defRPr>
            </a:lvl3pPr>
            <a:lvl4pPr>
              <a:defRPr sz="2000">
                <a:solidFill>
                  <a:schemeClr val="accent1">
                    <a:lumMod val="50000"/>
                  </a:schemeClr>
                </a:solidFill>
              </a:defRPr>
            </a:lvl4pPr>
            <a:lvl5pPr>
              <a:defRPr sz="2000">
                <a:solidFill>
                  <a:schemeClr val="accent1">
                    <a:lumMod val="50000"/>
                  </a:schemeClr>
                </a:solidFill>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387278"/>
            <a:ext cx="2949178" cy="3481710"/>
          </a:xfrm>
        </p:spPr>
        <p:txBody>
          <a:bodyPr/>
          <a:lstStyle>
            <a:lvl1pPr marL="0" indent="0">
              <a:buNone/>
              <a:defRPr sz="1600">
                <a:solidFill>
                  <a:schemeClr val="accent1">
                    <a:lumMod val="50000"/>
                  </a:schemeClr>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50000"/>
                  </a:schemeClr>
                </a:solidFill>
              </a:defRPr>
            </a:lvl1pPr>
          </a:lstStyle>
          <a:p>
            <a:fld id="{52C4CDD5-8CD6-4B78-B2CE-4843C1C93473}" type="datetime1">
              <a:rPr lang="en-US" smtClean="0"/>
              <a:pPr/>
              <a:t>4/1/2024</a:t>
            </a:fld>
            <a:endParaRPr lang="en-US"/>
          </a:p>
        </p:txBody>
      </p:sp>
      <p:sp>
        <p:nvSpPr>
          <p:cNvPr id="6" name="Footer Placeholder 5"/>
          <p:cNvSpPr>
            <a:spLocks noGrp="1"/>
          </p:cNvSpPr>
          <p:nvPr>
            <p:ph type="ftr" sz="quarter" idx="11"/>
          </p:nvPr>
        </p:nvSpPr>
        <p:spPr>
          <a:xfrm>
            <a:off x="3028950" y="6356363"/>
            <a:ext cx="3086100" cy="365125"/>
          </a:xfrm>
          <a:prstGeom prst="rect">
            <a:avLst/>
          </a:prstGeom>
        </p:spPr>
        <p:txBody>
          <a:bodyPr/>
          <a:lstStyle>
            <a:lvl1pPr>
              <a:defRPr>
                <a:solidFill>
                  <a:schemeClr val="accent1">
                    <a:lumMod val="50000"/>
                  </a:schemeClr>
                </a:solidFill>
              </a:defRPr>
            </a:lvl1pPr>
          </a:lstStyle>
          <a:p>
            <a:endParaRPr lang="en-US"/>
          </a:p>
        </p:txBody>
      </p:sp>
      <p:sp>
        <p:nvSpPr>
          <p:cNvPr id="9" name="Text Placeholder 14"/>
          <p:cNvSpPr>
            <a:spLocks noGrp="1"/>
          </p:cNvSpPr>
          <p:nvPr>
            <p:ph type="body" sz="quarter" idx="12" hasCustomPrompt="1"/>
          </p:nvPr>
        </p:nvSpPr>
        <p:spPr>
          <a:xfrm>
            <a:off x="216398" y="86636"/>
            <a:ext cx="639193" cy="556320"/>
          </a:xfrm>
        </p:spPr>
        <p:txBody>
          <a:bodyPr>
            <a:noAutofit/>
          </a:bodyPr>
          <a:lstStyle>
            <a:lvl1pPr marL="0" indent="0" algn="ctr">
              <a:buNone/>
              <a:defRPr sz="4000" b="1">
                <a:solidFill>
                  <a:schemeClr val="accent1">
                    <a:lumMod val="50000"/>
                  </a:schemeClr>
                </a:solidFill>
              </a:defRPr>
            </a:lvl1pPr>
          </a:lstStyle>
          <a:p>
            <a:pPr lvl="0"/>
            <a:r>
              <a:rPr lang="en-US"/>
              <a:t>*</a:t>
            </a:r>
          </a:p>
        </p:txBody>
      </p:sp>
      <p:sp>
        <p:nvSpPr>
          <p:cNvPr id="10" name="Slide Number Placeholder 89"/>
          <p:cNvSpPr>
            <a:spLocks noGrp="1"/>
          </p:cNvSpPr>
          <p:nvPr>
            <p:ph type="sldNum" sz="quarter" idx="4"/>
          </p:nvPr>
        </p:nvSpPr>
        <p:spPr>
          <a:xfrm>
            <a:off x="8351186" y="6581399"/>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32499718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4651" y="987438"/>
            <a:ext cx="2949178" cy="1407111"/>
          </a:xfrm>
        </p:spPr>
        <p:txBody>
          <a:bodyPr anchor="b"/>
          <a:lstStyle>
            <a:lvl1pPr>
              <a:defRPr sz="3200">
                <a:solidFill>
                  <a:schemeClr val="accent1">
                    <a:lumMod val="50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3887391" y="987438"/>
            <a:ext cx="4629150" cy="4873625"/>
          </a:xfrm>
        </p:spPr>
        <p:txBody>
          <a:bodyPr anchor="t"/>
          <a:lstStyle>
            <a:lvl1pPr marL="0" indent="0">
              <a:buNone/>
              <a:defRPr sz="3200">
                <a:solidFill>
                  <a:schemeClr val="accent1">
                    <a:lumMod val="50000"/>
                  </a:schemeClr>
                </a:solidFill>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629841" y="2556780"/>
            <a:ext cx="2949178" cy="3312219"/>
          </a:xfrm>
        </p:spPr>
        <p:txBody>
          <a:bodyPr/>
          <a:lstStyle>
            <a:lvl1pPr marL="0" indent="0">
              <a:buNone/>
              <a:defRPr sz="1600">
                <a:solidFill>
                  <a:schemeClr val="accent1">
                    <a:lumMod val="50000"/>
                  </a:schemeClr>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50000"/>
                  </a:schemeClr>
                </a:solidFill>
              </a:defRPr>
            </a:lvl1pPr>
          </a:lstStyle>
          <a:p>
            <a:fld id="{D8D741C3-1727-4BFF-BB11-68E70CACA2B6}" type="datetime1">
              <a:rPr lang="en-US" smtClean="0"/>
              <a:pPr/>
              <a:t>4/1/2024</a:t>
            </a:fld>
            <a:endParaRPr lang="en-US"/>
          </a:p>
        </p:txBody>
      </p:sp>
      <p:sp>
        <p:nvSpPr>
          <p:cNvPr id="6" name="Footer Placeholder 5"/>
          <p:cNvSpPr>
            <a:spLocks noGrp="1"/>
          </p:cNvSpPr>
          <p:nvPr>
            <p:ph type="ftr" sz="quarter" idx="11"/>
          </p:nvPr>
        </p:nvSpPr>
        <p:spPr>
          <a:xfrm>
            <a:off x="3028950" y="6356363"/>
            <a:ext cx="3086100" cy="365125"/>
          </a:xfrm>
          <a:prstGeom prst="rect">
            <a:avLst/>
          </a:prstGeom>
        </p:spPr>
        <p:txBody>
          <a:bodyPr/>
          <a:lstStyle>
            <a:lvl1pPr>
              <a:defRPr>
                <a:solidFill>
                  <a:schemeClr val="accent1">
                    <a:lumMod val="50000"/>
                  </a:schemeClr>
                </a:solidFill>
              </a:defRPr>
            </a:lvl1pPr>
          </a:lstStyle>
          <a:p>
            <a:endParaRPr lang="en-US"/>
          </a:p>
        </p:txBody>
      </p:sp>
      <p:sp>
        <p:nvSpPr>
          <p:cNvPr id="9" name="Text Placeholder 14"/>
          <p:cNvSpPr>
            <a:spLocks noGrp="1"/>
          </p:cNvSpPr>
          <p:nvPr>
            <p:ph type="body" sz="quarter" idx="12" hasCustomPrompt="1"/>
          </p:nvPr>
        </p:nvSpPr>
        <p:spPr>
          <a:xfrm>
            <a:off x="216398" y="86636"/>
            <a:ext cx="639193" cy="556320"/>
          </a:xfrm>
        </p:spPr>
        <p:txBody>
          <a:bodyPr>
            <a:noAutofit/>
          </a:bodyPr>
          <a:lstStyle>
            <a:lvl1pPr marL="0" indent="0" algn="ctr">
              <a:buNone/>
              <a:defRPr sz="4000" b="1">
                <a:solidFill>
                  <a:schemeClr val="accent1">
                    <a:lumMod val="50000"/>
                  </a:schemeClr>
                </a:solidFill>
              </a:defRPr>
            </a:lvl1pPr>
          </a:lstStyle>
          <a:p>
            <a:pPr lvl="0"/>
            <a:r>
              <a:rPr lang="en-US"/>
              <a:t>*</a:t>
            </a:r>
          </a:p>
        </p:txBody>
      </p:sp>
      <p:sp>
        <p:nvSpPr>
          <p:cNvPr id="10" name="Slide Number Placeholder 89"/>
          <p:cNvSpPr>
            <a:spLocks noGrp="1"/>
          </p:cNvSpPr>
          <p:nvPr>
            <p:ph type="sldNum" sz="quarter" idx="4"/>
          </p:nvPr>
        </p:nvSpPr>
        <p:spPr>
          <a:xfrm>
            <a:off x="8351186" y="6581399"/>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135300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p>
        </p:txBody>
      </p:sp>
      <p:sp>
        <p:nvSpPr>
          <p:cNvPr id="3" name="Vertical Text Placeholder 2"/>
          <p:cNvSpPr>
            <a:spLocks noGrp="1"/>
          </p:cNvSpPr>
          <p:nvPr>
            <p:ph type="body" orient="vert" idx="1"/>
          </p:nvPr>
        </p:nvSpPr>
        <p:spPr>
          <a:xfrm>
            <a:off x="628650" y="994303"/>
            <a:ext cx="7886700" cy="4906967"/>
          </a:xfrm>
        </p:spPr>
        <p:txBody>
          <a:bodyPr vert="eaVert"/>
          <a:lstStyle>
            <a:lvl1pPr>
              <a:defRPr>
                <a:solidFill>
                  <a:schemeClr val="accent1">
                    <a:lumMod val="50000"/>
                  </a:schemeClr>
                </a:solidFill>
              </a:defRPr>
            </a:lvl1pPr>
            <a:lvl2pPr>
              <a:defRPr>
                <a:solidFill>
                  <a:schemeClr val="accent1">
                    <a:lumMod val="50000"/>
                  </a:schemeClr>
                </a:solidFill>
              </a:defRPr>
            </a:lvl2pPr>
            <a:lvl3pPr>
              <a:defRPr>
                <a:solidFill>
                  <a:schemeClr val="accent1">
                    <a:lumMod val="50000"/>
                  </a:schemeClr>
                </a:solidFill>
              </a:defRPr>
            </a:lvl3pPr>
            <a:lvl4pPr>
              <a:defRPr>
                <a:solidFill>
                  <a:schemeClr val="accent1">
                    <a:lumMod val="50000"/>
                  </a:schemeClr>
                </a:solidFill>
              </a:defRPr>
            </a:lvl4pPr>
            <a:lvl5pPr>
              <a:defRPr>
                <a:solidFill>
                  <a:schemeClr val="accent1">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solidFill>
                  <a:schemeClr val="accent1">
                    <a:lumMod val="50000"/>
                  </a:schemeClr>
                </a:solidFill>
              </a:defRPr>
            </a:lvl1pPr>
          </a:lstStyle>
          <a:p>
            <a:fld id="{D9794E9D-4109-423B-A7A2-69A3F8AE46BF}" type="datetime1">
              <a:rPr lang="en-US" smtClean="0"/>
              <a:pPr/>
              <a:t>4/1/2024</a:t>
            </a:fld>
            <a:endParaRPr lang="en-US"/>
          </a:p>
        </p:txBody>
      </p:sp>
      <p:sp>
        <p:nvSpPr>
          <p:cNvPr id="5" name="Footer Placeholder 4"/>
          <p:cNvSpPr>
            <a:spLocks noGrp="1"/>
          </p:cNvSpPr>
          <p:nvPr>
            <p:ph type="ftr" sz="quarter" idx="11"/>
          </p:nvPr>
        </p:nvSpPr>
        <p:spPr>
          <a:xfrm>
            <a:off x="3028950" y="6356355"/>
            <a:ext cx="3086100" cy="365125"/>
          </a:xfrm>
          <a:prstGeom prst="rect">
            <a:avLst/>
          </a:prstGeom>
        </p:spPr>
        <p:txBody>
          <a:bodyPr/>
          <a:lstStyle>
            <a:lvl1pPr>
              <a:defRPr>
                <a:solidFill>
                  <a:schemeClr val="accent1">
                    <a:lumMod val="50000"/>
                  </a:schemeClr>
                </a:solidFill>
              </a:defRPr>
            </a:lvl1pPr>
          </a:lstStyle>
          <a:p>
            <a:endParaRPr lang="en-US"/>
          </a:p>
        </p:txBody>
      </p:sp>
      <p:sp>
        <p:nvSpPr>
          <p:cNvPr id="8" name="Text Placeholder 14"/>
          <p:cNvSpPr>
            <a:spLocks noGrp="1"/>
          </p:cNvSpPr>
          <p:nvPr>
            <p:ph type="body" sz="quarter" idx="12" hasCustomPrompt="1"/>
          </p:nvPr>
        </p:nvSpPr>
        <p:spPr>
          <a:xfrm>
            <a:off x="216394" y="86636"/>
            <a:ext cx="639193" cy="556320"/>
          </a:xfrm>
        </p:spPr>
        <p:txBody>
          <a:bodyPr>
            <a:noAutofit/>
          </a:bodyPr>
          <a:lstStyle>
            <a:lvl1pPr marL="0" indent="0" algn="ctr">
              <a:buNone/>
              <a:defRPr sz="4000" b="1">
                <a:solidFill>
                  <a:schemeClr val="accent1">
                    <a:lumMod val="50000"/>
                  </a:schemeClr>
                </a:solidFill>
              </a:defRPr>
            </a:lvl1pPr>
          </a:lstStyle>
          <a:p>
            <a:pPr lvl="0"/>
            <a:r>
              <a:rPr lang="en-US"/>
              <a:t>*</a:t>
            </a:r>
          </a:p>
        </p:txBody>
      </p:sp>
      <p:sp>
        <p:nvSpPr>
          <p:cNvPr id="9" name="Slide Number Placeholder 89"/>
          <p:cNvSpPr>
            <a:spLocks noGrp="1"/>
          </p:cNvSpPr>
          <p:nvPr>
            <p:ph type="sldNum" sz="quarter" idx="4"/>
          </p:nvPr>
        </p:nvSpPr>
        <p:spPr>
          <a:xfrm>
            <a:off x="8351186" y="6581391"/>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1927203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1127463"/>
            <a:ext cx="1971675" cy="5049500"/>
          </a:xfrm>
        </p:spPr>
        <p:txBody>
          <a:bodyPr vert="eaVert"/>
          <a:lstStyle>
            <a:lvl1pPr>
              <a:defRPr>
                <a:solidFill>
                  <a:schemeClr val="accent1">
                    <a:lumMod val="50000"/>
                  </a:schemeClr>
                </a:solidFill>
              </a:defRPr>
            </a:lvl1pPr>
          </a:lstStyle>
          <a:p>
            <a:r>
              <a:rPr lang="en-US"/>
              <a:t>Click to edit Master title style</a:t>
            </a:r>
          </a:p>
        </p:txBody>
      </p:sp>
      <p:sp>
        <p:nvSpPr>
          <p:cNvPr id="3" name="Vertical Text Placeholder 2"/>
          <p:cNvSpPr>
            <a:spLocks noGrp="1"/>
          </p:cNvSpPr>
          <p:nvPr>
            <p:ph type="body" orient="vert" idx="1"/>
          </p:nvPr>
        </p:nvSpPr>
        <p:spPr>
          <a:xfrm>
            <a:off x="628652" y="1127467"/>
            <a:ext cx="5800725" cy="5049499"/>
          </a:xfrm>
        </p:spPr>
        <p:txBody>
          <a:bodyPr vert="eaVert"/>
          <a:lstStyle>
            <a:lvl1pPr>
              <a:defRPr>
                <a:solidFill>
                  <a:schemeClr val="accent1">
                    <a:lumMod val="50000"/>
                  </a:schemeClr>
                </a:solidFill>
              </a:defRPr>
            </a:lvl1pPr>
            <a:lvl2pPr>
              <a:defRPr>
                <a:solidFill>
                  <a:schemeClr val="accent1">
                    <a:lumMod val="50000"/>
                  </a:schemeClr>
                </a:solidFill>
              </a:defRPr>
            </a:lvl2pPr>
            <a:lvl3pPr>
              <a:defRPr>
                <a:solidFill>
                  <a:schemeClr val="accent1">
                    <a:lumMod val="50000"/>
                  </a:schemeClr>
                </a:solidFill>
              </a:defRPr>
            </a:lvl3pPr>
            <a:lvl4pPr>
              <a:defRPr>
                <a:solidFill>
                  <a:schemeClr val="accent1">
                    <a:lumMod val="50000"/>
                  </a:schemeClr>
                </a:solidFill>
              </a:defRPr>
            </a:lvl4pPr>
            <a:lvl5pPr>
              <a:defRPr>
                <a:solidFill>
                  <a:schemeClr val="accent1">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solidFill>
                  <a:schemeClr val="accent1">
                    <a:lumMod val="50000"/>
                  </a:schemeClr>
                </a:solidFill>
              </a:defRPr>
            </a:lvl1pPr>
          </a:lstStyle>
          <a:p>
            <a:fld id="{EF8EB693-CE54-4852-ADCC-B952CA8C0FE2}" type="datetime1">
              <a:rPr lang="en-US" smtClean="0"/>
              <a:pPr/>
              <a:t>4/1/2024</a:t>
            </a:fld>
            <a:endParaRPr lang="en-US"/>
          </a:p>
        </p:txBody>
      </p:sp>
      <p:sp>
        <p:nvSpPr>
          <p:cNvPr id="5" name="Footer Placeholder 4"/>
          <p:cNvSpPr>
            <a:spLocks noGrp="1"/>
          </p:cNvSpPr>
          <p:nvPr>
            <p:ph type="ftr" sz="quarter" idx="11"/>
          </p:nvPr>
        </p:nvSpPr>
        <p:spPr>
          <a:xfrm>
            <a:off x="3028950" y="6356355"/>
            <a:ext cx="3086100" cy="365125"/>
          </a:xfrm>
          <a:prstGeom prst="rect">
            <a:avLst/>
          </a:prstGeom>
        </p:spPr>
        <p:txBody>
          <a:bodyPr/>
          <a:lstStyle>
            <a:lvl1pPr>
              <a:defRPr>
                <a:solidFill>
                  <a:schemeClr val="accent1">
                    <a:lumMod val="50000"/>
                  </a:schemeClr>
                </a:solidFill>
              </a:defRPr>
            </a:lvl1pPr>
          </a:lstStyle>
          <a:p>
            <a:endParaRPr lang="en-US"/>
          </a:p>
        </p:txBody>
      </p:sp>
      <p:sp>
        <p:nvSpPr>
          <p:cNvPr id="8" name="Text Placeholder 14"/>
          <p:cNvSpPr>
            <a:spLocks noGrp="1"/>
          </p:cNvSpPr>
          <p:nvPr>
            <p:ph type="body" sz="quarter" idx="12" hasCustomPrompt="1"/>
          </p:nvPr>
        </p:nvSpPr>
        <p:spPr>
          <a:xfrm>
            <a:off x="216394" y="86636"/>
            <a:ext cx="639193" cy="556320"/>
          </a:xfrm>
        </p:spPr>
        <p:txBody>
          <a:bodyPr>
            <a:noAutofit/>
          </a:bodyPr>
          <a:lstStyle>
            <a:lvl1pPr marL="0" indent="0" algn="ctr">
              <a:buNone/>
              <a:defRPr sz="4000" b="1">
                <a:solidFill>
                  <a:schemeClr val="accent1">
                    <a:lumMod val="50000"/>
                  </a:schemeClr>
                </a:solidFill>
              </a:defRPr>
            </a:lvl1pPr>
          </a:lstStyle>
          <a:p>
            <a:pPr lvl="0"/>
            <a:r>
              <a:rPr lang="en-US"/>
              <a:t>*</a:t>
            </a:r>
          </a:p>
        </p:txBody>
      </p:sp>
      <p:sp>
        <p:nvSpPr>
          <p:cNvPr id="9" name="Slide Number Placeholder 89"/>
          <p:cNvSpPr>
            <a:spLocks noGrp="1"/>
          </p:cNvSpPr>
          <p:nvPr>
            <p:ph type="sldNum" sz="quarter" idx="4"/>
          </p:nvPr>
        </p:nvSpPr>
        <p:spPr>
          <a:xfrm>
            <a:off x="8351186" y="6581391"/>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1051677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0"/>
          <p:cNvSpPr/>
          <p:nvPr userDrawn="1"/>
        </p:nvSpPr>
        <p:spPr>
          <a:xfrm>
            <a:off x="120701" y="10"/>
            <a:ext cx="206493" cy="685039"/>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accent1">
                  <a:lumMod val="50000"/>
                </a:schemeClr>
              </a:solidFill>
            </a:endParaRPr>
          </a:p>
        </p:txBody>
      </p:sp>
      <p:cxnSp>
        <p:nvCxnSpPr>
          <p:cNvPr id="12" name="Straight Connector 11"/>
          <p:cNvCxnSpPr/>
          <p:nvPr userDrawn="1"/>
        </p:nvCxnSpPr>
        <p:spPr>
          <a:xfrm>
            <a:off x="745725" y="836305"/>
            <a:ext cx="7769626" cy="1"/>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Rectangle 5"/>
          <p:cNvSpPr/>
          <p:nvPr userDrawn="1"/>
        </p:nvSpPr>
        <p:spPr>
          <a:xfrm>
            <a:off x="541538" y="94045"/>
            <a:ext cx="363681" cy="762786"/>
          </a:xfrm>
          <a:prstGeom prst="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accent1">
                  <a:lumMod val="50000"/>
                </a:schemeClr>
              </a:solidFill>
            </a:endParaRPr>
          </a:p>
        </p:txBody>
      </p:sp>
      <p:sp>
        <p:nvSpPr>
          <p:cNvPr id="2" name="Title Placeholder 1"/>
          <p:cNvSpPr>
            <a:spLocks noGrp="1"/>
          </p:cNvSpPr>
          <p:nvPr>
            <p:ph type="title"/>
          </p:nvPr>
        </p:nvSpPr>
        <p:spPr>
          <a:xfrm>
            <a:off x="1148202" y="166618"/>
            <a:ext cx="6847596" cy="517807"/>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628650" y="1046479"/>
            <a:ext cx="7886700" cy="534447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08372" y="6563365"/>
            <a:ext cx="2057400" cy="291030"/>
          </a:xfrm>
          <a:prstGeom prst="rect">
            <a:avLst/>
          </a:prstGeom>
        </p:spPr>
        <p:txBody>
          <a:bodyPr vert="horz" lIns="91440" tIns="45720" rIns="91440" bIns="45720" rtlCol="0" anchor="ctr"/>
          <a:lstStyle>
            <a:lvl1pPr algn="l">
              <a:defRPr sz="1050" b="1">
                <a:solidFill>
                  <a:schemeClr val="accent1">
                    <a:lumMod val="50000"/>
                  </a:schemeClr>
                </a:solidFill>
              </a:defRPr>
            </a:lvl1pPr>
          </a:lstStyle>
          <a:p>
            <a:fld id="{135DBA25-4FFD-4340-B7A2-38A9C9BE6135}" type="datetime1">
              <a:rPr lang="en-US" smtClean="0"/>
              <a:pPr/>
              <a:t>4/1/2024</a:t>
            </a:fld>
            <a:endParaRPr lang="en-US"/>
          </a:p>
        </p:txBody>
      </p:sp>
      <p:sp>
        <p:nvSpPr>
          <p:cNvPr id="8" name="Rectangle 7"/>
          <p:cNvSpPr/>
          <p:nvPr userDrawn="1"/>
        </p:nvSpPr>
        <p:spPr>
          <a:xfrm>
            <a:off x="3767136" y="6554847"/>
            <a:ext cx="1609736" cy="323165"/>
          </a:xfrm>
          <a:prstGeom prst="rect">
            <a:avLst/>
          </a:prstGeom>
        </p:spPr>
        <p:txBody>
          <a:bodyPr wrap="none">
            <a:spAutoFit/>
          </a:bodyPr>
          <a:lstStyle/>
          <a:p>
            <a:pPr algn="ctr"/>
            <a:r>
              <a:rPr lang="en-US" sz="1500" b="1">
                <a:solidFill>
                  <a:schemeClr val="accent1">
                    <a:lumMod val="50000"/>
                  </a:schemeClr>
                </a:solidFill>
                <a:latin typeface="Bookman Old Style" panose="02050604050505020204" pitchFamily="18" charset="0"/>
              </a:rPr>
              <a:t>PELAB - HUST</a:t>
            </a:r>
          </a:p>
        </p:txBody>
      </p:sp>
      <p:sp>
        <p:nvSpPr>
          <p:cNvPr id="90" name="Slide Number Placeholder 89"/>
          <p:cNvSpPr>
            <a:spLocks noGrp="1"/>
          </p:cNvSpPr>
          <p:nvPr>
            <p:ph type="sldNum" sz="quarter" idx="4"/>
          </p:nvPr>
        </p:nvSpPr>
        <p:spPr>
          <a:xfrm>
            <a:off x="8351186" y="6581397"/>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
        <p:nvSpPr>
          <p:cNvPr id="5" name="Rectangle 4"/>
          <p:cNvSpPr/>
          <p:nvPr userDrawn="1"/>
        </p:nvSpPr>
        <p:spPr>
          <a:xfrm>
            <a:off x="204187" y="2"/>
            <a:ext cx="617546" cy="763258"/>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accent1">
                  <a:lumMod val="50000"/>
                </a:schemeClr>
              </a:solidFill>
            </a:endParaRPr>
          </a:p>
        </p:txBody>
      </p:sp>
      <p:pic>
        <p:nvPicPr>
          <p:cNvPr id="14" name="Picture 13"/>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652290" y="20955"/>
            <a:ext cx="475167" cy="701040"/>
          </a:xfrm>
          <a:prstGeom prst="rect">
            <a:avLst/>
          </a:prstGeom>
        </p:spPr>
      </p:pic>
      <p:cxnSp>
        <p:nvCxnSpPr>
          <p:cNvPr id="18" name="Straight Connector 17"/>
          <p:cNvCxnSpPr/>
          <p:nvPr userDrawn="1"/>
        </p:nvCxnSpPr>
        <p:spPr>
          <a:xfrm>
            <a:off x="628649" y="6563365"/>
            <a:ext cx="7955136" cy="18022"/>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4966983"/>
      </p:ext>
    </p:extLst>
  </p:cSld>
  <p:clrMap bg1="lt1" tx1="dk1" bg2="lt2" tx2="dk2" accent1="accent1" accent2="accent2" accent3="accent3" accent4="accent4" accent5="accent5" accent6="accent6" hlink="hlink" folHlink="folHlink"/>
  <p:sldLayoutIdLst>
    <p:sldLayoutId id="2147483674" r:id="rId1"/>
    <p:sldLayoutId id="2147483672" r:id="rId2"/>
    <p:sldLayoutId id="2147483661" r:id="rId3"/>
    <p:sldLayoutId id="2147483675" r:id="rId4"/>
    <p:sldLayoutId id="2147483662" r:id="rId5"/>
    <p:sldLayoutId id="2147483663" r:id="rId6"/>
    <p:sldLayoutId id="2147483664" r:id="rId7"/>
    <p:sldLayoutId id="2147483666" r:id="rId8"/>
    <p:sldLayoutId id="2147483667" r:id="rId9"/>
    <p:sldLayoutId id="2147483665" r:id="rId10"/>
    <p:sldLayoutId id="2147483668" r:id="rId11"/>
    <p:sldLayoutId id="2147483669" r:id="rId12"/>
    <p:sldLayoutId id="2147483670" r:id="rId13"/>
    <p:sldLayoutId id="2147483671" r:id="rId14"/>
  </p:sldLayoutIdLst>
  <p:hf hdr="0" ftr="0"/>
  <p:txStyles>
    <p:titleStyle>
      <a:lvl1pPr algn="ctr" defTabSz="914400" rtl="0" eaLnBrk="1" latinLnBrk="0" hangingPunct="1">
        <a:lnSpc>
          <a:spcPct val="90000"/>
        </a:lnSpc>
        <a:spcBef>
          <a:spcPct val="0"/>
        </a:spcBef>
        <a:buNone/>
        <a:defRPr sz="3600" b="1" kern="1200">
          <a:solidFill>
            <a:schemeClr val="accent1">
              <a:lumMod val="50000"/>
            </a:schemeClr>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1">
              <a:lumMod val="5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9.emf"/><Relationship Id="rId4" Type="http://schemas.openxmlformats.org/officeDocument/2006/relationships/image" Target="../media/image8.wmf"/></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15.wmf"/><Relationship Id="rId3" Type="http://schemas.openxmlformats.org/officeDocument/2006/relationships/image" Target="../media/image10.wmf"/><Relationship Id="rId7" Type="http://schemas.openxmlformats.org/officeDocument/2006/relationships/image" Target="../media/image12.wmf"/><Relationship Id="rId12" Type="http://schemas.openxmlformats.org/officeDocument/2006/relationships/oleObject" Target="../embeddings/oleObject7.bin"/><Relationship Id="rId2" Type="http://schemas.openxmlformats.org/officeDocument/2006/relationships/oleObject" Target="../embeddings/oleObject2.bin"/><Relationship Id="rId1" Type="http://schemas.openxmlformats.org/officeDocument/2006/relationships/slideLayout" Target="../slideLayouts/slideLayout3.xml"/><Relationship Id="rId6" Type="http://schemas.openxmlformats.org/officeDocument/2006/relationships/oleObject" Target="../embeddings/oleObject4.bin"/><Relationship Id="rId11" Type="http://schemas.openxmlformats.org/officeDocument/2006/relationships/image" Target="../media/image14.wmf"/><Relationship Id="rId5" Type="http://schemas.openxmlformats.org/officeDocument/2006/relationships/image" Target="../media/image11.wmf"/><Relationship Id="rId15" Type="http://schemas.openxmlformats.org/officeDocument/2006/relationships/image" Target="../media/image16.wmf"/><Relationship Id="rId10" Type="http://schemas.openxmlformats.org/officeDocument/2006/relationships/oleObject" Target="../embeddings/oleObject6.bin"/><Relationship Id="rId4" Type="http://schemas.openxmlformats.org/officeDocument/2006/relationships/oleObject" Target="../embeddings/oleObject3.bin"/><Relationship Id="rId9" Type="http://schemas.openxmlformats.org/officeDocument/2006/relationships/image" Target="../media/image13.wmf"/><Relationship Id="rId14" Type="http://schemas.openxmlformats.org/officeDocument/2006/relationships/oleObject" Target="../embeddings/oleObject8.bin"/></Relationships>
</file>

<file path=ppt/slides/_rels/slide7.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9.bin"/><Relationship Id="rId1" Type="http://schemas.openxmlformats.org/officeDocument/2006/relationships/slideLayout" Target="../slideLayouts/slideLayout3.xml"/><Relationship Id="rId5" Type="http://schemas.openxmlformats.org/officeDocument/2006/relationships/image" Target="../media/image18.wmf"/><Relationship Id="rId4" Type="http://schemas.openxmlformats.org/officeDocument/2006/relationships/oleObject" Target="../embeddings/oleObject10.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image" Target="../media/image19.wmf"/><Relationship Id="rId7" Type="http://schemas.openxmlformats.org/officeDocument/2006/relationships/image" Target="../media/image21.wmf"/><Relationship Id="rId2" Type="http://schemas.openxmlformats.org/officeDocument/2006/relationships/oleObject" Target="../embeddings/oleObject11.bin"/><Relationship Id="rId1" Type="http://schemas.openxmlformats.org/officeDocument/2006/relationships/slideLayout" Target="../slideLayouts/slideLayout3.xml"/><Relationship Id="rId6" Type="http://schemas.openxmlformats.org/officeDocument/2006/relationships/oleObject" Target="../embeddings/oleObject13.bin"/><Relationship Id="rId11" Type="http://schemas.openxmlformats.org/officeDocument/2006/relationships/image" Target="../media/image23.wmf"/><Relationship Id="rId5" Type="http://schemas.openxmlformats.org/officeDocument/2006/relationships/image" Target="../media/image20.wmf"/><Relationship Id="rId10" Type="http://schemas.openxmlformats.org/officeDocument/2006/relationships/oleObject" Target="../embeddings/oleObject15.bin"/><Relationship Id="rId4" Type="http://schemas.openxmlformats.org/officeDocument/2006/relationships/oleObject" Target="../embeddings/oleObject12.bin"/><Relationship Id="rId9" Type="http://schemas.openxmlformats.org/officeDocument/2006/relationships/image" Target="../media/image22.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image" Target="../media/image24.wmf"/><Relationship Id="rId7" Type="http://schemas.openxmlformats.org/officeDocument/2006/relationships/image" Target="../media/image26.wmf"/><Relationship Id="rId2" Type="http://schemas.openxmlformats.org/officeDocument/2006/relationships/oleObject" Target="../embeddings/oleObject16.bin"/><Relationship Id="rId1" Type="http://schemas.openxmlformats.org/officeDocument/2006/relationships/slideLayout" Target="../slideLayouts/slideLayout3.xml"/><Relationship Id="rId6" Type="http://schemas.openxmlformats.org/officeDocument/2006/relationships/oleObject" Target="../embeddings/oleObject18.bin"/><Relationship Id="rId5" Type="http://schemas.openxmlformats.org/officeDocument/2006/relationships/image" Target="../media/image25.wmf"/><Relationship Id="rId4" Type="http://schemas.openxmlformats.org/officeDocument/2006/relationships/oleObject" Target="../embeddings/oleObject17.bin"/><Relationship Id="rId9" Type="http://schemas.openxmlformats.org/officeDocument/2006/relationships/image" Target="../media/image27.emf"/></Relationships>
</file>

<file path=ppt/slides/_rels/slide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20.bin"/><Relationship Id="rId1" Type="http://schemas.openxmlformats.org/officeDocument/2006/relationships/slideLayout" Target="../slideLayouts/slideLayout3.xml"/><Relationship Id="rId5" Type="http://schemas.openxmlformats.org/officeDocument/2006/relationships/image" Target="../media/image30.wmf"/><Relationship Id="rId4" Type="http://schemas.openxmlformats.org/officeDocument/2006/relationships/oleObject" Target="../embeddings/oleObject21.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31.emf"/><Relationship Id="rId7" Type="http://schemas.openxmlformats.org/officeDocument/2006/relationships/image" Target="../media/image32.emf"/><Relationship Id="rId2" Type="http://schemas.openxmlformats.org/officeDocument/2006/relationships/oleObject" Target="../embeddings/oleObject22.bin"/><Relationship Id="rId1" Type="http://schemas.openxmlformats.org/officeDocument/2006/relationships/slideLayout" Target="../slideLayouts/slideLayout3.xml"/><Relationship Id="rId6" Type="http://schemas.openxmlformats.org/officeDocument/2006/relationships/oleObject" Target="../embeddings/oleObject24.bin"/><Relationship Id="rId5" Type="http://schemas.openxmlformats.org/officeDocument/2006/relationships/image" Target="../media/image27.emf"/><Relationship Id="rId4" Type="http://schemas.openxmlformats.org/officeDocument/2006/relationships/oleObject" Target="../embeddings/oleObject23.bin"/><Relationship Id="rId9" Type="http://schemas.openxmlformats.org/officeDocument/2006/relationships/image" Target="../media/image33.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package" Target="../embeddings/Microsoft_Visio_Drawing.vsdx"/><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image" Target="../media/image35.emf"/><Relationship Id="rId1" Type="http://schemas.openxmlformats.org/officeDocument/2006/relationships/slideLayout" Target="../slideLayouts/slideLayout3.xml"/><Relationship Id="rId4" Type="http://schemas.openxmlformats.org/officeDocument/2006/relationships/image" Target="../media/image36.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image" Target="../media/image37.emf"/><Relationship Id="rId1" Type="http://schemas.openxmlformats.org/officeDocument/2006/relationships/slideLayout" Target="../slideLayouts/slideLayout3.xml"/><Relationship Id="rId6" Type="http://schemas.openxmlformats.org/officeDocument/2006/relationships/image" Target="../media/image39.wmf"/><Relationship Id="rId5" Type="http://schemas.openxmlformats.org/officeDocument/2006/relationships/oleObject" Target="../embeddings/oleObject28.bin"/><Relationship Id="rId4" Type="http://schemas.openxmlformats.org/officeDocument/2006/relationships/image" Target="../media/image38.wmf"/></Relationships>
</file>

<file path=ppt/slides/_rels/slide19.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29.bin"/><Relationship Id="rId1" Type="http://schemas.openxmlformats.org/officeDocument/2006/relationships/slideLayout" Target="../slideLayouts/slideLayout3.xml"/><Relationship Id="rId6" Type="http://schemas.openxmlformats.org/officeDocument/2006/relationships/image" Target="../media/image42.emf"/><Relationship Id="rId5" Type="http://schemas.openxmlformats.org/officeDocument/2006/relationships/image" Target="../media/image41.wmf"/><Relationship Id="rId4" Type="http://schemas.openxmlformats.org/officeDocument/2006/relationships/oleObject" Target="../embeddings/oleObject30.bin"/></Relationships>
</file>

<file path=ppt/slides/_rels/slide20.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image" Target="../media/image45.wmf"/><Relationship Id="rId7" Type="http://schemas.openxmlformats.org/officeDocument/2006/relationships/oleObject" Target="../embeddings/oleObject33.bin"/><Relationship Id="rId2" Type="http://schemas.openxmlformats.org/officeDocument/2006/relationships/oleObject" Target="../embeddings/oleObject31.bin"/><Relationship Id="rId1" Type="http://schemas.openxmlformats.org/officeDocument/2006/relationships/slideLayout" Target="../slideLayouts/slideLayout3.xml"/><Relationship Id="rId6" Type="http://schemas.openxmlformats.org/officeDocument/2006/relationships/image" Target="../media/image43.emf"/><Relationship Id="rId5" Type="http://schemas.openxmlformats.org/officeDocument/2006/relationships/image" Target="../media/image46.wmf"/><Relationship Id="rId4" Type="http://schemas.openxmlformats.org/officeDocument/2006/relationships/oleObject" Target="../embeddings/oleObject32.bin"/></Relationships>
</file>

<file path=ppt/slides/_rels/slide23.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image" Target="../media/image48.wmf"/><Relationship Id="rId7" Type="http://schemas.openxmlformats.org/officeDocument/2006/relationships/oleObject" Target="../embeddings/oleObject36.bin"/><Relationship Id="rId2" Type="http://schemas.openxmlformats.org/officeDocument/2006/relationships/oleObject" Target="../embeddings/oleObject34.bin"/><Relationship Id="rId1" Type="http://schemas.openxmlformats.org/officeDocument/2006/relationships/slideLayout" Target="../slideLayouts/slideLayout3.xml"/><Relationship Id="rId6" Type="http://schemas.openxmlformats.org/officeDocument/2006/relationships/image" Target="../media/image50.wmf"/><Relationship Id="rId5" Type="http://schemas.openxmlformats.org/officeDocument/2006/relationships/oleObject" Target="../embeddings/oleObject35.bin"/><Relationship Id="rId4" Type="http://schemas.openxmlformats.org/officeDocument/2006/relationships/image" Target="../media/image49.emf"/></Relationships>
</file>

<file path=ppt/slides/_rels/slide24.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oleObject" Target="../embeddings/oleObject37.bin"/><Relationship Id="rId1" Type="http://schemas.openxmlformats.org/officeDocument/2006/relationships/slideLayout" Target="../slideLayouts/slideLayout3.xml"/><Relationship Id="rId6" Type="http://schemas.openxmlformats.org/officeDocument/2006/relationships/image" Target="../media/image54.emf"/><Relationship Id="rId5" Type="http://schemas.openxmlformats.org/officeDocument/2006/relationships/image" Target="../media/image53.wmf"/><Relationship Id="rId4" Type="http://schemas.openxmlformats.org/officeDocument/2006/relationships/oleObject" Target="../embeddings/oleObject38.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42.bin"/><Relationship Id="rId13" Type="http://schemas.openxmlformats.org/officeDocument/2006/relationships/image" Target="../media/image60.wmf"/><Relationship Id="rId3" Type="http://schemas.openxmlformats.org/officeDocument/2006/relationships/image" Target="../media/image55.wmf"/><Relationship Id="rId7" Type="http://schemas.openxmlformats.org/officeDocument/2006/relationships/image" Target="../media/image57.wmf"/><Relationship Id="rId12" Type="http://schemas.openxmlformats.org/officeDocument/2006/relationships/oleObject" Target="../embeddings/oleObject44.bin"/><Relationship Id="rId17" Type="http://schemas.openxmlformats.org/officeDocument/2006/relationships/image" Target="../media/image62.wmf"/><Relationship Id="rId2" Type="http://schemas.openxmlformats.org/officeDocument/2006/relationships/oleObject" Target="../embeddings/oleObject39.bin"/><Relationship Id="rId16" Type="http://schemas.openxmlformats.org/officeDocument/2006/relationships/oleObject" Target="../embeddings/oleObject46.bin"/><Relationship Id="rId1" Type="http://schemas.openxmlformats.org/officeDocument/2006/relationships/slideLayout" Target="../slideLayouts/slideLayout3.xml"/><Relationship Id="rId6" Type="http://schemas.openxmlformats.org/officeDocument/2006/relationships/oleObject" Target="../embeddings/oleObject41.bin"/><Relationship Id="rId11" Type="http://schemas.openxmlformats.org/officeDocument/2006/relationships/image" Target="../media/image59.wmf"/><Relationship Id="rId5" Type="http://schemas.openxmlformats.org/officeDocument/2006/relationships/image" Target="../media/image56.wmf"/><Relationship Id="rId15" Type="http://schemas.openxmlformats.org/officeDocument/2006/relationships/image" Target="../media/image61.wmf"/><Relationship Id="rId10" Type="http://schemas.openxmlformats.org/officeDocument/2006/relationships/oleObject" Target="../embeddings/oleObject43.bin"/><Relationship Id="rId4" Type="http://schemas.openxmlformats.org/officeDocument/2006/relationships/oleObject" Target="../embeddings/oleObject40.bin"/><Relationship Id="rId9" Type="http://schemas.openxmlformats.org/officeDocument/2006/relationships/image" Target="../media/image58.wmf"/><Relationship Id="rId14" Type="http://schemas.openxmlformats.org/officeDocument/2006/relationships/oleObject" Target="../embeddings/oleObject45.bin"/></Relationships>
</file>

<file path=ppt/slides/_rels/slide26.xml.rels><?xml version="1.0" encoding="UTF-8" standalone="yes"?>
<Relationships xmlns="http://schemas.openxmlformats.org/package/2006/relationships"><Relationship Id="rId3" Type="http://schemas.openxmlformats.org/officeDocument/2006/relationships/image" Target="../media/image63.wmf"/><Relationship Id="rId7" Type="http://schemas.openxmlformats.org/officeDocument/2006/relationships/image" Target="../media/image65.wmf"/><Relationship Id="rId2" Type="http://schemas.openxmlformats.org/officeDocument/2006/relationships/oleObject" Target="../embeddings/oleObject47.bin"/><Relationship Id="rId1" Type="http://schemas.openxmlformats.org/officeDocument/2006/relationships/slideLayout" Target="../slideLayouts/slideLayout3.xml"/><Relationship Id="rId6" Type="http://schemas.openxmlformats.org/officeDocument/2006/relationships/oleObject" Target="../embeddings/oleObject49.bin"/><Relationship Id="rId5" Type="http://schemas.openxmlformats.org/officeDocument/2006/relationships/image" Target="../media/image64.wmf"/><Relationship Id="rId4" Type="http://schemas.openxmlformats.org/officeDocument/2006/relationships/oleObject" Target="../embeddings/oleObject48.bin"/></Relationships>
</file>

<file path=ppt/slides/_rels/slide27.xml.rels><?xml version="1.0" encoding="UTF-8" standalone="yes"?>
<Relationships xmlns="http://schemas.openxmlformats.org/package/2006/relationships"><Relationship Id="rId8" Type="http://schemas.openxmlformats.org/officeDocument/2006/relationships/image" Target="../media/image68.wmf"/><Relationship Id="rId3" Type="http://schemas.openxmlformats.org/officeDocument/2006/relationships/image" Target="../media/image66.wmf"/><Relationship Id="rId7" Type="http://schemas.openxmlformats.org/officeDocument/2006/relationships/oleObject" Target="../embeddings/oleObject52.bin"/><Relationship Id="rId2" Type="http://schemas.openxmlformats.org/officeDocument/2006/relationships/oleObject" Target="../embeddings/oleObject50.bin"/><Relationship Id="rId1" Type="http://schemas.openxmlformats.org/officeDocument/2006/relationships/slideLayout" Target="../slideLayouts/slideLayout3.xml"/><Relationship Id="rId6" Type="http://schemas.openxmlformats.org/officeDocument/2006/relationships/image" Target="../media/image67.wmf"/><Relationship Id="rId5" Type="http://schemas.openxmlformats.org/officeDocument/2006/relationships/oleObject" Target="../embeddings/oleObject51.bin"/><Relationship Id="rId4" Type="http://schemas.openxmlformats.org/officeDocument/2006/relationships/image" Target="../media/image49.e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55.bin"/><Relationship Id="rId3" Type="http://schemas.openxmlformats.org/officeDocument/2006/relationships/oleObject" Target="../embeddings/oleObject53.bin"/><Relationship Id="rId7" Type="http://schemas.openxmlformats.org/officeDocument/2006/relationships/image" Target="../media/image70.wmf"/><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oleObject" Target="../embeddings/oleObject54.bin"/><Relationship Id="rId11" Type="http://schemas.openxmlformats.org/officeDocument/2006/relationships/image" Target="../media/image72.wmf"/><Relationship Id="rId5" Type="http://schemas.openxmlformats.org/officeDocument/2006/relationships/image" Target="../media/image54.emf"/><Relationship Id="rId10" Type="http://schemas.openxmlformats.org/officeDocument/2006/relationships/oleObject" Target="../embeddings/oleObject56.bin"/><Relationship Id="rId4" Type="http://schemas.openxmlformats.org/officeDocument/2006/relationships/image" Target="../media/image69.wmf"/><Relationship Id="rId9" Type="http://schemas.openxmlformats.org/officeDocument/2006/relationships/image" Target="../media/image71.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77.emf"/><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78.emf"/><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774" y="1209602"/>
            <a:ext cx="8726451" cy="2017372"/>
          </a:xfrm>
        </p:spPr>
        <p:txBody>
          <a:bodyPr/>
          <a:lstStyle/>
          <a:p>
            <a:pPr algn="ctr"/>
            <a:r>
              <a:rPr lang="en-US" dirty="0" err="1">
                <a:latin typeface="Arial"/>
                <a:cs typeface="Arial"/>
              </a:rPr>
              <a:t>Điều</a:t>
            </a:r>
            <a:r>
              <a:rPr lang="en-US" dirty="0">
                <a:latin typeface="Arial"/>
                <a:cs typeface="Arial"/>
              </a:rPr>
              <a:t> </a:t>
            </a:r>
            <a:r>
              <a:rPr lang="en-US" dirty="0" err="1">
                <a:latin typeface="Arial"/>
                <a:cs typeface="Arial"/>
              </a:rPr>
              <a:t>khiển</a:t>
            </a:r>
            <a:r>
              <a:rPr lang="en-US" dirty="0">
                <a:latin typeface="Arial"/>
                <a:cs typeface="Arial"/>
              </a:rPr>
              <a:t> </a:t>
            </a:r>
            <a:r>
              <a:rPr lang="en-US" dirty="0" err="1">
                <a:latin typeface="Arial"/>
                <a:cs typeface="Arial"/>
              </a:rPr>
              <a:t>động</a:t>
            </a:r>
            <a:r>
              <a:rPr lang="en-US" dirty="0">
                <a:latin typeface="Arial"/>
                <a:cs typeface="Arial"/>
              </a:rPr>
              <a:t> </a:t>
            </a:r>
            <a:r>
              <a:rPr lang="en-US" dirty="0" err="1">
                <a:latin typeface="Arial"/>
                <a:cs typeface="Arial"/>
              </a:rPr>
              <a:t>cơ</a:t>
            </a:r>
            <a:r>
              <a:rPr lang="en-US" dirty="0">
                <a:latin typeface="Arial"/>
                <a:cs typeface="Arial"/>
              </a:rPr>
              <a:t> </a:t>
            </a:r>
            <a:r>
              <a:rPr lang="en-US" dirty="0" err="1">
                <a:latin typeface="Arial"/>
                <a:cs typeface="Arial"/>
              </a:rPr>
              <a:t>không</a:t>
            </a:r>
            <a:r>
              <a:rPr lang="en-US" dirty="0">
                <a:latin typeface="Arial"/>
                <a:cs typeface="Arial"/>
              </a:rPr>
              <a:t> </a:t>
            </a:r>
            <a:r>
              <a:rPr lang="en-US" dirty="0" err="1">
                <a:latin typeface="Arial"/>
                <a:cs typeface="Arial"/>
              </a:rPr>
              <a:t>đồng</a:t>
            </a:r>
            <a:r>
              <a:rPr lang="en-US" dirty="0">
                <a:latin typeface="Arial"/>
                <a:cs typeface="Arial"/>
              </a:rPr>
              <a:t> </a:t>
            </a:r>
            <a:r>
              <a:rPr lang="en-US" dirty="0" err="1">
                <a:latin typeface="Arial"/>
                <a:cs typeface="Arial"/>
              </a:rPr>
              <a:t>bộ</a:t>
            </a:r>
            <a:r>
              <a:rPr lang="en-US" dirty="0">
                <a:latin typeface="Arial"/>
                <a:cs typeface="Arial"/>
              </a:rPr>
              <a:t> </a:t>
            </a:r>
            <a:r>
              <a:rPr lang="en-US" dirty="0" err="1">
                <a:latin typeface="Arial"/>
                <a:cs typeface="Arial"/>
              </a:rPr>
              <a:t>theo</a:t>
            </a:r>
            <a:r>
              <a:rPr lang="en-US" dirty="0">
                <a:latin typeface="Arial"/>
                <a:cs typeface="Arial"/>
              </a:rPr>
              <a:t> </a:t>
            </a:r>
            <a:r>
              <a:rPr lang="en-US" dirty="0" err="1">
                <a:latin typeface="Arial"/>
                <a:cs typeface="Arial"/>
              </a:rPr>
              <a:t>phương</a:t>
            </a:r>
            <a:r>
              <a:rPr lang="en-US" dirty="0">
                <a:latin typeface="Arial"/>
                <a:cs typeface="Arial"/>
              </a:rPr>
              <a:t> </a:t>
            </a:r>
            <a:r>
              <a:rPr lang="en-US" dirty="0" err="1">
                <a:latin typeface="Arial"/>
                <a:cs typeface="Arial"/>
              </a:rPr>
              <a:t>pháp</a:t>
            </a:r>
            <a:r>
              <a:rPr lang="en-US" dirty="0">
                <a:latin typeface="Arial"/>
                <a:cs typeface="Arial"/>
              </a:rPr>
              <a:t> </a:t>
            </a:r>
            <a:r>
              <a:rPr lang="en-US" dirty="0" err="1">
                <a:latin typeface="Arial"/>
                <a:cs typeface="Arial"/>
              </a:rPr>
              <a:t>tựa</a:t>
            </a:r>
            <a:r>
              <a:rPr lang="en-US" dirty="0">
                <a:latin typeface="Arial"/>
                <a:cs typeface="Arial"/>
              </a:rPr>
              <a:t> </a:t>
            </a:r>
            <a:r>
              <a:rPr lang="en-US" dirty="0" err="1">
                <a:latin typeface="Arial"/>
                <a:cs typeface="Arial"/>
              </a:rPr>
              <a:t>từ</a:t>
            </a:r>
            <a:r>
              <a:rPr lang="en-US" dirty="0">
                <a:latin typeface="Arial"/>
                <a:cs typeface="Arial"/>
              </a:rPr>
              <a:t> </a:t>
            </a:r>
            <a:r>
              <a:rPr lang="en-US" dirty="0" err="1">
                <a:latin typeface="Arial"/>
                <a:cs typeface="Arial"/>
              </a:rPr>
              <a:t>thông</a:t>
            </a:r>
            <a:r>
              <a:rPr lang="en-US" dirty="0">
                <a:latin typeface="Arial"/>
                <a:cs typeface="Arial"/>
              </a:rPr>
              <a:t> rotor</a:t>
            </a:r>
          </a:p>
        </p:txBody>
      </p:sp>
      <p:sp>
        <p:nvSpPr>
          <p:cNvPr id="3" name="Text Placeholder 2"/>
          <p:cNvSpPr>
            <a:spLocks noGrp="1"/>
          </p:cNvSpPr>
          <p:nvPr>
            <p:ph type="body" sz="quarter" idx="10"/>
          </p:nvPr>
        </p:nvSpPr>
        <p:spPr/>
        <p:txBody>
          <a:bodyPr vert="horz" lIns="91440" tIns="45720" rIns="91440" bIns="45720" rtlCol="0" anchor="t">
            <a:noAutofit/>
          </a:bodyPr>
          <a:lstStyle/>
          <a:p>
            <a:r>
              <a:rPr lang="en-US" sz="2000">
                <a:latin typeface="Arial"/>
                <a:cs typeface="Arial"/>
              </a:rPr>
              <a:t>Giảng viên hướng dẫn: TS: Vũ Hoàng Phương</a:t>
            </a:r>
          </a:p>
          <a:p>
            <a:r>
              <a:rPr lang="en-US" sz="2000">
                <a:latin typeface="Arial"/>
                <a:cs typeface="Arial"/>
              </a:rPr>
              <a:t>Sinh </a:t>
            </a:r>
            <a:r>
              <a:rPr lang="en-US" sz="2000" err="1">
                <a:latin typeface="Arial"/>
                <a:cs typeface="Arial"/>
              </a:rPr>
              <a:t>viên</a:t>
            </a:r>
            <a:r>
              <a:rPr lang="en-US" sz="2000">
                <a:latin typeface="Arial"/>
                <a:cs typeface="Arial"/>
              </a:rPr>
              <a:t> </a:t>
            </a:r>
            <a:r>
              <a:rPr lang="en-US" sz="2000" err="1">
                <a:latin typeface="Arial"/>
                <a:cs typeface="Arial"/>
              </a:rPr>
              <a:t>thực</a:t>
            </a:r>
            <a:r>
              <a:rPr lang="en-US" sz="2000">
                <a:latin typeface="Arial"/>
                <a:cs typeface="Arial"/>
              </a:rPr>
              <a:t> </a:t>
            </a:r>
            <a:r>
              <a:rPr lang="en-US" sz="2000" err="1">
                <a:latin typeface="Arial"/>
                <a:cs typeface="Arial"/>
              </a:rPr>
              <a:t>hiện</a:t>
            </a:r>
            <a:r>
              <a:rPr lang="en-US" sz="2000">
                <a:latin typeface="Arial"/>
                <a:cs typeface="Arial"/>
              </a:rPr>
              <a:t>:</a:t>
            </a:r>
          </a:p>
          <a:p>
            <a:r>
              <a:rPr lang="en-US" sz="2000">
                <a:latin typeface="Arial"/>
                <a:cs typeface="Arial"/>
              </a:rPr>
              <a:t>- </a:t>
            </a:r>
            <a:r>
              <a:rPr lang="en-US" sz="2000" err="1">
                <a:latin typeface="Arial"/>
                <a:cs typeface="Arial"/>
              </a:rPr>
              <a:t>Đỗ</a:t>
            </a:r>
            <a:r>
              <a:rPr lang="en-US" sz="2000">
                <a:latin typeface="Arial"/>
                <a:cs typeface="Arial"/>
              </a:rPr>
              <a:t> Tùng Dương - 20173791</a:t>
            </a:r>
            <a:endParaRPr lang="en-US" sz="2000"/>
          </a:p>
          <a:p>
            <a:r>
              <a:rPr lang="en-US" sz="2000">
                <a:latin typeface="Arial"/>
                <a:cs typeface="Arial"/>
              </a:rPr>
              <a:t>- Nguyễn Trường Giang - 20173808</a:t>
            </a:r>
            <a:endParaRPr lang="en-US" sz="2000"/>
          </a:p>
        </p:txBody>
      </p:sp>
    </p:spTree>
    <p:extLst>
      <p:ext uri="{BB962C8B-B14F-4D97-AF65-F5344CB8AC3E}">
        <p14:creationId xmlns:p14="http://schemas.microsoft.com/office/powerpoint/2010/main" val="1223745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latin typeface="Arial"/>
                <a:cs typeface="Arial"/>
              </a:rPr>
              <a:t>Mục</a:t>
            </a:r>
            <a:r>
              <a:rPr lang="en-US">
                <a:latin typeface="Arial"/>
                <a:cs typeface="Arial"/>
              </a:rPr>
              <a:t> </a:t>
            </a:r>
            <a:r>
              <a:rPr lang="en-US" err="1">
                <a:latin typeface="Arial"/>
                <a:cs typeface="Arial"/>
              </a:rPr>
              <a:t>lục</a:t>
            </a:r>
            <a:endParaRPr lang="en-US" err="1"/>
          </a:p>
        </p:txBody>
      </p:sp>
      <p:sp>
        <p:nvSpPr>
          <p:cNvPr id="3" name="Date Placeholder 2"/>
          <p:cNvSpPr>
            <a:spLocks noGrp="1"/>
          </p:cNvSpPr>
          <p:nvPr>
            <p:ph type="dt" sz="half" idx="2"/>
          </p:nvPr>
        </p:nvSpPr>
        <p:spPr/>
        <p:txBody>
          <a:bodyPr/>
          <a:lstStyle/>
          <a:p>
            <a:fld id="{135DBA25-4FFD-4340-B7A2-38A9C9BE6135}" type="datetime1">
              <a:rPr lang="en-US" smtClean="0">
                <a:solidFill>
                  <a:srgbClr val="0070C0"/>
                </a:solidFill>
              </a:rPr>
              <a:pPr/>
              <a:t>4/1/2024</a:t>
            </a:fld>
            <a:endParaRPr lang="en-US">
              <a:solidFill>
                <a:srgbClr val="0070C0"/>
              </a:solidFill>
            </a:endParaRPr>
          </a:p>
        </p:txBody>
      </p:sp>
      <p:sp>
        <p:nvSpPr>
          <p:cNvPr id="4" name="Slide Number Placeholder 3"/>
          <p:cNvSpPr>
            <a:spLocks noGrp="1"/>
          </p:cNvSpPr>
          <p:nvPr>
            <p:ph type="sldNum" sz="quarter" idx="4"/>
          </p:nvPr>
        </p:nvSpPr>
        <p:spPr/>
        <p:txBody>
          <a:bodyPr/>
          <a:lstStyle/>
          <a:p>
            <a:fld id="{C4AED997-7CB6-4654-8505-4D4C6D081CC6}" type="slidenum">
              <a:rPr lang="en-US" smtClean="0"/>
              <a:pPr/>
              <a:t>2</a:t>
            </a:fld>
            <a:endParaRPr lang="en-US"/>
          </a:p>
        </p:txBody>
      </p:sp>
      <p:sp>
        <p:nvSpPr>
          <p:cNvPr id="37" name="Hexagon 36"/>
          <p:cNvSpPr/>
          <p:nvPr/>
        </p:nvSpPr>
        <p:spPr>
          <a:xfrm>
            <a:off x="1287261" y="2084958"/>
            <a:ext cx="748606" cy="639192"/>
          </a:xfrm>
          <a:prstGeom prst="hexagon">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2</a:t>
            </a:r>
          </a:p>
        </p:txBody>
      </p:sp>
      <p:sp>
        <p:nvSpPr>
          <p:cNvPr id="38" name="Hexagon 37"/>
          <p:cNvSpPr/>
          <p:nvPr/>
        </p:nvSpPr>
        <p:spPr>
          <a:xfrm>
            <a:off x="1287262" y="2938385"/>
            <a:ext cx="748606" cy="639192"/>
          </a:xfrm>
          <a:prstGeom prst="hexagon">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3</a:t>
            </a:r>
          </a:p>
        </p:txBody>
      </p:sp>
      <p:sp>
        <p:nvSpPr>
          <p:cNvPr id="39" name="Hexagon 38"/>
          <p:cNvSpPr/>
          <p:nvPr/>
        </p:nvSpPr>
        <p:spPr>
          <a:xfrm>
            <a:off x="1287261" y="3791811"/>
            <a:ext cx="748606" cy="639192"/>
          </a:xfrm>
          <a:prstGeom prst="hexagon">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4</a:t>
            </a:r>
          </a:p>
        </p:txBody>
      </p:sp>
      <p:sp>
        <p:nvSpPr>
          <p:cNvPr id="40" name="Hexagon 39"/>
          <p:cNvSpPr/>
          <p:nvPr/>
        </p:nvSpPr>
        <p:spPr>
          <a:xfrm>
            <a:off x="1287261" y="4644566"/>
            <a:ext cx="748606" cy="639192"/>
          </a:xfrm>
          <a:prstGeom prst="hexagon">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5</a:t>
            </a:r>
            <a:endParaRPr lang="en-US" b="1"/>
          </a:p>
        </p:txBody>
      </p:sp>
      <p:cxnSp>
        <p:nvCxnSpPr>
          <p:cNvPr id="41" name="Straight Connector 40"/>
          <p:cNvCxnSpPr>
            <a:stCxn id="37" idx="1"/>
          </p:cNvCxnSpPr>
          <p:nvPr/>
        </p:nvCxnSpPr>
        <p:spPr>
          <a:xfrm>
            <a:off x="1876073" y="2724154"/>
            <a:ext cx="6083019" cy="1"/>
          </a:xfrm>
          <a:prstGeom prst="line">
            <a:avLst/>
          </a:prstGeom>
          <a:ln w="12700" cmpd="sng">
            <a:solidFill>
              <a:schemeClr val="accent5">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38" idx="1"/>
          </p:cNvCxnSpPr>
          <p:nvPr/>
        </p:nvCxnSpPr>
        <p:spPr>
          <a:xfrm>
            <a:off x="1876074" y="3577581"/>
            <a:ext cx="6083019" cy="671"/>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39" idx="1"/>
          </p:cNvCxnSpPr>
          <p:nvPr/>
        </p:nvCxnSpPr>
        <p:spPr>
          <a:xfrm>
            <a:off x="1876069" y="4431007"/>
            <a:ext cx="6083020" cy="363"/>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a:stCxn id="40" idx="1"/>
          </p:cNvCxnSpPr>
          <p:nvPr/>
        </p:nvCxnSpPr>
        <p:spPr>
          <a:xfrm>
            <a:off x="1876069" y="5283762"/>
            <a:ext cx="6083020" cy="363"/>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45" name="Rectangle 44"/>
          <p:cNvSpPr/>
          <p:nvPr/>
        </p:nvSpPr>
        <p:spPr>
          <a:xfrm>
            <a:off x="2209889" y="2084961"/>
            <a:ext cx="5575176" cy="609039"/>
          </a:xfrm>
          <a:prstGeom prst="rect">
            <a:avLst/>
          </a:prstGeom>
          <a:solidFill>
            <a:schemeClr val="bg1"/>
          </a:solidFill>
          <a:ln w="3175">
            <a:solidFill>
              <a:schemeClr val="bg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rgbClr val="1F4E79"/>
                </a:solidFill>
                <a:latin typeface="Arial" panose="020B0604020202020204" pitchFamily="34" charset="0"/>
                <a:cs typeface="Arial" panose="020B0604020202020204" pitchFamily="34" charset="0"/>
              </a:rPr>
              <a:t>Mô hình động cơ IM trong không gian vector</a:t>
            </a:r>
          </a:p>
        </p:txBody>
      </p:sp>
      <p:sp>
        <p:nvSpPr>
          <p:cNvPr id="47" name="Rectangle 46"/>
          <p:cNvSpPr/>
          <p:nvPr/>
        </p:nvSpPr>
        <p:spPr>
          <a:xfrm>
            <a:off x="2209889" y="3791815"/>
            <a:ext cx="5575176" cy="609039"/>
          </a:xfrm>
          <a:prstGeom prst="rect">
            <a:avLst/>
          </a:prstGeom>
          <a:solidFill>
            <a:schemeClr val="bg1"/>
          </a:solidFill>
          <a:ln w="3175">
            <a:solidFill>
              <a:schemeClr val="bg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err="1">
                <a:solidFill>
                  <a:srgbClr val="1F4E79"/>
                </a:solidFill>
                <a:latin typeface="Arial" panose="020B0604020202020204" pitchFamily="34" charset="0"/>
                <a:cs typeface="Arial" panose="020B0604020202020204" pitchFamily="34" charset="0"/>
              </a:rPr>
              <a:t>Mô</a:t>
            </a:r>
            <a:r>
              <a:rPr lang="en-US" sz="2000" b="1">
                <a:solidFill>
                  <a:srgbClr val="1F4E79"/>
                </a:solidFill>
                <a:latin typeface="Arial" panose="020B0604020202020204" pitchFamily="34" charset="0"/>
                <a:cs typeface="Arial" panose="020B0604020202020204" pitchFamily="34" charset="0"/>
              </a:rPr>
              <a:t> </a:t>
            </a:r>
            <a:r>
              <a:rPr lang="en-US" sz="2000" b="1" err="1">
                <a:solidFill>
                  <a:srgbClr val="1F4E79"/>
                </a:solidFill>
                <a:latin typeface="Arial" panose="020B0604020202020204" pitchFamily="34" charset="0"/>
                <a:cs typeface="Arial" panose="020B0604020202020204" pitchFamily="34" charset="0"/>
              </a:rPr>
              <a:t>phỏng</a:t>
            </a:r>
            <a:r>
              <a:rPr lang="en-US" sz="2000" b="1">
                <a:solidFill>
                  <a:srgbClr val="1F4E79"/>
                </a:solidFill>
                <a:latin typeface="Arial" panose="020B0604020202020204" pitchFamily="34" charset="0"/>
                <a:cs typeface="Arial" panose="020B0604020202020204" pitchFamily="34" charset="0"/>
              </a:rPr>
              <a:t> </a:t>
            </a:r>
            <a:r>
              <a:rPr lang="en-US" sz="2000" b="1" err="1">
                <a:solidFill>
                  <a:srgbClr val="1F4E79"/>
                </a:solidFill>
                <a:latin typeface="Arial" panose="020B0604020202020204" pitchFamily="34" charset="0"/>
                <a:cs typeface="Arial" panose="020B0604020202020204" pitchFamily="34" charset="0"/>
              </a:rPr>
              <a:t>kiểm</a:t>
            </a:r>
            <a:r>
              <a:rPr lang="en-US" sz="2000" b="1">
                <a:solidFill>
                  <a:srgbClr val="1F4E79"/>
                </a:solidFill>
                <a:latin typeface="Arial" panose="020B0604020202020204" pitchFamily="34" charset="0"/>
                <a:cs typeface="Arial" panose="020B0604020202020204" pitchFamily="34" charset="0"/>
              </a:rPr>
              <a:t> chứng</a:t>
            </a:r>
            <a:endParaRPr lang="en-US" sz="2000" b="1" err="1">
              <a:solidFill>
                <a:srgbClr val="1F4E79"/>
              </a:solidFill>
              <a:latin typeface="Arial" panose="020B0604020202020204" pitchFamily="34" charset="0"/>
              <a:cs typeface="Arial" panose="020B0604020202020204" pitchFamily="34" charset="0"/>
            </a:endParaRPr>
          </a:p>
        </p:txBody>
      </p:sp>
      <p:sp>
        <p:nvSpPr>
          <p:cNvPr id="48" name="Rectangle 47"/>
          <p:cNvSpPr/>
          <p:nvPr/>
        </p:nvSpPr>
        <p:spPr>
          <a:xfrm>
            <a:off x="2209889" y="4643170"/>
            <a:ext cx="5575176" cy="609039"/>
          </a:xfrm>
          <a:prstGeom prst="rect">
            <a:avLst/>
          </a:prstGeom>
          <a:solidFill>
            <a:schemeClr val="bg1"/>
          </a:solidFill>
          <a:ln w="3175">
            <a:solidFill>
              <a:schemeClr val="bg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err="1">
                <a:solidFill>
                  <a:srgbClr val="1F4E79"/>
                </a:solidFill>
                <a:latin typeface="Arial" panose="020B0604020202020204" pitchFamily="34" charset="0"/>
                <a:cs typeface="Arial" panose="020B0604020202020204" pitchFamily="34" charset="0"/>
              </a:rPr>
              <a:t>Nhận</a:t>
            </a:r>
            <a:r>
              <a:rPr lang="en-US" sz="2000" b="1">
                <a:solidFill>
                  <a:srgbClr val="1F4E79"/>
                </a:solidFill>
                <a:latin typeface="Arial" panose="020B0604020202020204" pitchFamily="34" charset="0"/>
                <a:cs typeface="Arial" panose="020B0604020202020204" pitchFamily="34" charset="0"/>
              </a:rPr>
              <a:t> </a:t>
            </a:r>
            <a:r>
              <a:rPr lang="en-US" sz="2000" b="1" err="1">
                <a:solidFill>
                  <a:srgbClr val="1F4E79"/>
                </a:solidFill>
                <a:latin typeface="Arial" panose="020B0604020202020204" pitchFamily="34" charset="0"/>
                <a:cs typeface="Arial" panose="020B0604020202020204" pitchFamily="34" charset="0"/>
              </a:rPr>
              <a:t>xét</a:t>
            </a:r>
          </a:p>
        </p:txBody>
      </p:sp>
      <p:sp>
        <p:nvSpPr>
          <p:cNvPr id="17" name="Rectangle 16">
            <a:extLst>
              <a:ext uri="{FF2B5EF4-FFF2-40B4-BE49-F238E27FC236}">
                <a16:creationId xmlns:a16="http://schemas.microsoft.com/office/drawing/2014/main" id="{D8D87D02-1656-480A-A263-B75B6FE38809}"/>
              </a:ext>
            </a:extLst>
          </p:cNvPr>
          <p:cNvSpPr/>
          <p:nvPr/>
        </p:nvSpPr>
        <p:spPr>
          <a:xfrm>
            <a:off x="2209889" y="2935955"/>
            <a:ext cx="5575176" cy="609039"/>
          </a:xfrm>
          <a:prstGeom prst="rect">
            <a:avLst/>
          </a:prstGeom>
          <a:solidFill>
            <a:schemeClr val="bg1"/>
          </a:solidFill>
          <a:ln w="3175">
            <a:solidFill>
              <a:schemeClr val="bg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err="1">
                <a:solidFill>
                  <a:schemeClr val="tx1"/>
                </a:solidFill>
                <a:cs typeface="Calibri"/>
              </a:rPr>
              <a:t>Cấu</a:t>
            </a:r>
            <a:endParaRPr lang="en-US" b="1" err="1">
              <a:solidFill>
                <a:schemeClr val="tx1"/>
              </a:solidFill>
            </a:endParaRPr>
          </a:p>
        </p:txBody>
      </p:sp>
      <p:sp>
        <p:nvSpPr>
          <p:cNvPr id="18" name="Rectangle 17">
            <a:extLst>
              <a:ext uri="{FF2B5EF4-FFF2-40B4-BE49-F238E27FC236}">
                <a16:creationId xmlns:a16="http://schemas.microsoft.com/office/drawing/2014/main" id="{FA4AF0CF-72CC-4A86-8016-94B01FBCE680}"/>
              </a:ext>
            </a:extLst>
          </p:cNvPr>
          <p:cNvSpPr/>
          <p:nvPr/>
        </p:nvSpPr>
        <p:spPr>
          <a:xfrm>
            <a:off x="2209889" y="2951031"/>
            <a:ext cx="5575176" cy="609039"/>
          </a:xfrm>
          <a:prstGeom prst="rect">
            <a:avLst/>
          </a:prstGeom>
          <a:solidFill>
            <a:schemeClr val="bg1"/>
          </a:solidFill>
          <a:ln w="3175">
            <a:solidFill>
              <a:schemeClr val="bg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rgbClr val="1F4E79"/>
                </a:solidFill>
                <a:latin typeface="Arial" panose="020B0604020202020204" pitchFamily="34" charset="0"/>
                <a:cs typeface="Arial" panose="020B0604020202020204" pitchFamily="34" charset="0"/>
              </a:rPr>
              <a:t>Phương </a:t>
            </a:r>
            <a:r>
              <a:rPr lang="en-US" sz="2000" b="1" err="1">
                <a:solidFill>
                  <a:srgbClr val="1F4E79"/>
                </a:solidFill>
                <a:latin typeface="Arial" panose="020B0604020202020204" pitchFamily="34" charset="0"/>
                <a:cs typeface="Arial" panose="020B0604020202020204" pitchFamily="34" charset="0"/>
              </a:rPr>
              <a:t>pháp</a:t>
            </a:r>
            <a:r>
              <a:rPr lang="en-US" sz="2000" b="1">
                <a:solidFill>
                  <a:srgbClr val="1F4E79"/>
                </a:solidFill>
                <a:latin typeface="Arial" panose="020B0604020202020204" pitchFamily="34" charset="0"/>
                <a:cs typeface="Arial" panose="020B0604020202020204" pitchFamily="34" charset="0"/>
              </a:rPr>
              <a:t> </a:t>
            </a:r>
            <a:r>
              <a:rPr lang="en-US" sz="2000" b="1" err="1">
                <a:solidFill>
                  <a:srgbClr val="1F4E79"/>
                </a:solidFill>
                <a:latin typeface="Arial" panose="020B0604020202020204" pitchFamily="34" charset="0"/>
                <a:cs typeface="Arial" panose="020B0604020202020204" pitchFamily="34" charset="0"/>
              </a:rPr>
              <a:t>điều</a:t>
            </a:r>
            <a:r>
              <a:rPr lang="en-US" sz="2000" b="1">
                <a:solidFill>
                  <a:srgbClr val="1F4E79"/>
                </a:solidFill>
                <a:latin typeface="Arial" panose="020B0604020202020204" pitchFamily="34" charset="0"/>
                <a:cs typeface="Arial" panose="020B0604020202020204" pitchFamily="34" charset="0"/>
              </a:rPr>
              <a:t> </a:t>
            </a:r>
            <a:r>
              <a:rPr lang="en-US" sz="2000" b="1" err="1">
                <a:solidFill>
                  <a:srgbClr val="1F4E79"/>
                </a:solidFill>
                <a:latin typeface="Arial" panose="020B0604020202020204" pitchFamily="34" charset="0"/>
                <a:cs typeface="Arial" panose="020B0604020202020204" pitchFamily="34" charset="0"/>
              </a:rPr>
              <a:t>khiển</a:t>
            </a:r>
            <a:r>
              <a:rPr lang="en-US" sz="2000" b="1">
                <a:solidFill>
                  <a:srgbClr val="1F4E79"/>
                </a:solidFill>
                <a:latin typeface="Arial" panose="020B0604020202020204" pitchFamily="34" charset="0"/>
                <a:cs typeface="Arial" panose="020B0604020202020204" pitchFamily="34" charset="0"/>
              </a:rPr>
              <a:t> </a:t>
            </a:r>
            <a:r>
              <a:rPr lang="en-US" sz="2000" b="1" err="1">
                <a:solidFill>
                  <a:srgbClr val="1F4E79"/>
                </a:solidFill>
                <a:latin typeface="Arial" panose="020B0604020202020204" pitchFamily="34" charset="0"/>
                <a:cs typeface="Arial" panose="020B0604020202020204" pitchFamily="34" charset="0"/>
              </a:rPr>
              <a:t>động</a:t>
            </a:r>
            <a:r>
              <a:rPr lang="en-US" sz="2000" b="1">
                <a:solidFill>
                  <a:srgbClr val="1F4E79"/>
                </a:solidFill>
                <a:latin typeface="Arial" panose="020B0604020202020204" pitchFamily="34" charset="0"/>
                <a:cs typeface="Arial" panose="020B0604020202020204" pitchFamily="34" charset="0"/>
              </a:rPr>
              <a:t> </a:t>
            </a:r>
            <a:r>
              <a:rPr lang="en-US" sz="2000" b="1" err="1">
                <a:solidFill>
                  <a:srgbClr val="1F4E79"/>
                </a:solidFill>
                <a:latin typeface="Arial" panose="020B0604020202020204" pitchFamily="34" charset="0"/>
                <a:cs typeface="Arial" panose="020B0604020202020204" pitchFamily="34" charset="0"/>
              </a:rPr>
              <a:t>cơ</a:t>
            </a:r>
            <a:r>
              <a:rPr lang="en-US" sz="2000" b="1">
                <a:solidFill>
                  <a:srgbClr val="1F4E79"/>
                </a:solidFill>
                <a:latin typeface="Arial" panose="020B0604020202020204" pitchFamily="34" charset="0"/>
                <a:cs typeface="Arial" panose="020B0604020202020204" pitchFamily="34" charset="0"/>
              </a:rPr>
              <a:t> </a:t>
            </a:r>
            <a:r>
              <a:rPr lang="en-US" sz="2000" b="1" err="1">
                <a:solidFill>
                  <a:srgbClr val="1F4E79"/>
                </a:solidFill>
                <a:latin typeface="Arial" panose="020B0604020202020204" pitchFamily="34" charset="0"/>
                <a:cs typeface="Arial" panose="020B0604020202020204" pitchFamily="34" charset="0"/>
              </a:rPr>
              <a:t>tựa</a:t>
            </a:r>
            <a:r>
              <a:rPr lang="en-US" sz="2000" b="1">
                <a:solidFill>
                  <a:srgbClr val="1F4E79"/>
                </a:solidFill>
                <a:latin typeface="Arial" panose="020B0604020202020204" pitchFamily="34" charset="0"/>
                <a:cs typeface="Arial" panose="020B0604020202020204" pitchFamily="34" charset="0"/>
              </a:rPr>
              <a:t> </a:t>
            </a:r>
            <a:r>
              <a:rPr lang="en-US" sz="2000" b="1" err="1">
                <a:solidFill>
                  <a:srgbClr val="1F4E79"/>
                </a:solidFill>
                <a:latin typeface="Arial" panose="020B0604020202020204" pitchFamily="34" charset="0"/>
                <a:cs typeface="Arial" panose="020B0604020202020204" pitchFamily="34" charset="0"/>
              </a:rPr>
              <a:t>từ</a:t>
            </a:r>
            <a:r>
              <a:rPr lang="en-US" sz="2000" b="1">
                <a:solidFill>
                  <a:srgbClr val="1F4E79"/>
                </a:solidFill>
                <a:latin typeface="Arial" panose="020B0604020202020204" pitchFamily="34" charset="0"/>
                <a:cs typeface="Arial" panose="020B0604020202020204" pitchFamily="34" charset="0"/>
              </a:rPr>
              <a:t> </a:t>
            </a:r>
            <a:r>
              <a:rPr lang="en-US" sz="2000" b="1" err="1">
                <a:solidFill>
                  <a:srgbClr val="1F4E79"/>
                </a:solidFill>
                <a:latin typeface="Arial" panose="020B0604020202020204" pitchFamily="34" charset="0"/>
                <a:cs typeface="Arial" panose="020B0604020202020204" pitchFamily="34" charset="0"/>
              </a:rPr>
              <a:t>thông</a:t>
            </a:r>
            <a:r>
              <a:rPr lang="en-US" sz="2000" b="1">
                <a:solidFill>
                  <a:srgbClr val="1F4E79"/>
                </a:solidFill>
                <a:latin typeface="Arial" panose="020B0604020202020204" pitchFamily="34" charset="0"/>
                <a:cs typeface="Arial" panose="020B0604020202020204" pitchFamily="34" charset="0"/>
              </a:rPr>
              <a:t> roto (FOC)</a:t>
            </a:r>
          </a:p>
        </p:txBody>
      </p:sp>
      <p:sp>
        <p:nvSpPr>
          <p:cNvPr id="19" name="Hexagon 18">
            <a:extLst>
              <a:ext uri="{FF2B5EF4-FFF2-40B4-BE49-F238E27FC236}">
                <a16:creationId xmlns:a16="http://schemas.microsoft.com/office/drawing/2014/main" id="{5951A7F7-143A-478C-BEFB-8B0F5BD3EA0B}"/>
              </a:ext>
            </a:extLst>
          </p:cNvPr>
          <p:cNvSpPr/>
          <p:nvPr/>
        </p:nvSpPr>
        <p:spPr>
          <a:xfrm>
            <a:off x="1287261" y="1231532"/>
            <a:ext cx="748606" cy="639192"/>
          </a:xfrm>
          <a:prstGeom prst="hexagon">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1</a:t>
            </a:r>
          </a:p>
        </p:txBody>
      </p:sp>
      <p:cxnSp>
        <p:nvCxnSpPr>
          <p:cNvPr id="20" name="Straight Connector 19">
            <a:extLst>
              <a:ext uri="{FF2B5EF4-FFF2-40B4-BE49-F238E27FC236}">
                <a16:creationId xmlns:a16="http://schemas.microsoft.com/office/drawing/2014/main" id="{05274FD6-7A33-4536-B4B3-D898D2CB2A4F}"/>
              </a:ext>
            </a:extLst>
          </p:cNvPr>
          <p:cNvCxnSpPr>
            <a:cxnSpLocks/>
          </p:cNvCxnSpPr>
          <p:nvPr/>
        </p:nvCxnSpPr>
        <p:spPr>
          <a:xfrm>
            <a:off x="1876073" y="1870727"/>
            <a:ext cx="6083019" cy="1"/>
          </a:xfrm>
          <a:prstGeom prst="line">
            <a:avLst/>
          </a:prstGeom>
          <a:ln w="12700" cmpd="sng">
            <a:solidFill>
              <a:schemeClr val="accent5">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03B6FAC2-9A77-4F17-B18F-78FF9719FA1D}"/>
              </a:ext>
            </a:extLst>
          </p:cNvPr>
          <p:cNvSpPr/>
          <p:nvPr/>
        </p:nvSpPr>
        <p:spPr>
          <a:xfrm>
            <a:off x="2209889" y="1200271"/>
            <a:ext cx="5575176" cy="609039"/>
          </a:xfrm>
          <a:prstGeom prst="rect">
            <a:avLst/>
          </a:prstGeom>
          <a:solidFill>
            <a:schemeClr val="bg1"/>
          </a:solidFill>
          <a:ln w="3175">
            <a:solidFill>
              <a:schemeClr val="bg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rgbClr val="1F4E79"/>
                </a:solidFill>
                <a:latin typeface="Arial" panose="020B0604020202020204" pitchFamily="34" charset="0"/>
                <a:cs typeface="Arial" panose="020B0604020202020204" pitchFamily="34" charset="0"/>
              </a:rPr>
              <a:t>Đặt vấn đề</a:t>
            </a:r>
          </a:p>
        </p:txBody>
      </p:sp>
      <p:sp>
        <p:nvSpPr>
          <p:cNvPr id="25" name="Hexagon 24">
            <a:extLst>
              <a:ext uri="{FF2B5EF4-FFF2-40B4-BE49-F238E27FC236}">
                <a16:creationId xmlns:a16="http://schemas.microsoft.com/office/drawing/2014/main" id="{CEC28DA9-A69C-4697-BE4E-1AAE632B5BD1}"/>
              </a:ext>
            </a:extLst>
          </p:cNvPr>
          <p:cNvSpPr/>
          <p:nvPr/>
        </p:nvSpPr>
        <p:spPr>
          <a:xfrm>
            <a:off x="1287261" y="5490742"/>
            <a:ext cx="748606" cy="639192"/>
          </a:xfrm>
          <a:prstGeom prst="hexagon">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6</a:t>
            </a:r>
            <a:endParaRPr lang="en-US" b="1"/>
          </a:p>
        </p:txBody>
      </p:sp>
      <p:cxnSp>
        <p:nvCxnSpPr>
          <p:cNvPr id="26" name="Straight Connector 25">
            <a:extLst>
              <a:ext uri="{FF2B5EF4-FFF2-40B4-BE49-F238E27FC236}">
                <a16:creationId xmlns:a16="http://schemas.microsoft.com/office/drawing/2014/main" id="{6744B1F8-F3F4-4B94-B2C2-5679916490A1}"/>
              </a:ext>
            </a:extLst>
          </p:cNvPr>
          <p:cNvCxnSpPr>
            <a:cxnSpLocks/>
            <a:stCxn id="25" idx="1"/>
          </p:cNvCxnSpPr>
          <p:nvPr/>
        </p:nvCxnSpPr>
        <p:spPr>
          <a:xfrm>
            <a:off x="1876069" y="6129938"/>
            <a:ext cx="6083020" cy="363"/>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7263998D-7E2E-4824-A822-8899CBD247B4}"/>
              </a:ext>
            </a:extLst>
          </p:cNvPr>
          <p:cNvSpPr/>
          <p:nvPr/>
        </p:nvSpPr>
        <p:spPr>
          <a:xfrm>
            <a:off x="2209889" y="5489346"/>
            <a:ext cx="5575176" cy="609039"/>
          </a:xfrm>
          <a:prstGeom prst="rect">
            <a:avLst/>
          </a:prstGeom>
          <a:solidFill>
            <a:schemeClr val="bg1"/>
          </a:solidFill>
          <a:ln w="3175">
            <a:solidFill>
              <a:schemeClr val="bg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rgbClr val="1F4E79"/>
                </a:solidFill>
                <a:latin typeface="Arial" panose="020B0604020202020204" pitchFamily="34" charset="0"/>
                <a:cs typeface="Arial" panose="020B0604020202020204" pitchFamily="34" charset="0"/>
              </a:rPr>
              <a:t>Tài liệu tham khảo</a:t>
            </a:r>
            <a:endParaRPr lang="en-US" sz="2000" b="1" err="1">
              <a:solidFill>
                <a:srgbClr val="1F4E79"/>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5696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855590" y="1198463"/>
            <a:ext cx="7818152" cy="4461074"/>
          </a:xfrm>
        </p:spPr>
        <p:txBody>
          <a:bodyPr>
            <a:normAutofit/>
          </a:bodyPr>
          <a:lstStyle/>
          <a:p>
            <a:pPr marL="342900" indent="-342900" algn="l">
              <a:buFontTx/>
              <a:buChar char="-"/>
            </a:pPr>
            <a:r>
              <a:rPr lang="en-US" sz="2200"/>
              <a:t>Động cơ xoay chiều 3 pha đang ngày càng phổ biến trong công nghiệp như cầu trục, tải nâng hạ, động cơ không đồng, động cơ đồng bộ nam châm vĩnh cửu,.... </a:t>
            </a:r>
          </a:p>
          <a:p>
            <a:pPr marL="342900" indent="-342900" algn="l">
              <a:buFontTx/>
              <a:buChar char="-"/>
            </a:pPr>
            <a:endParaRPr lang="en-US" sz="2200"/>
          </a:p>
          <a:p>
            <a:pPr marL="342900" indent="-342900" algn="l">
              <a:buFontTx/>
              <a:buChar char="-"/>
            </a:pPr>
            <a:r>
              <a:rPr lang="en-US" sz="2200"/>
              <a:t>Việc tìm ra cách điều khiển chúng đang được nghiên cứu và phát triển. Chúng ta có thể tìm kiểm qua các keywords như: “High performance AC drives” hay “High precision AC drives”</a:t>
            </a:r>
          </a:p>
          <a:p>
            <a:pPr marL="342900" indent="-342900" algn="l">
              <a:buFontTx/>
              <a:buChar char="-"/>
            </a:pPr>
            <a:endParaRPr lang="en-US" sz="2200"/>
          </a:p>
          <a:p>
            <a:pPr marL="342900" indent="-342900" algn="l">
              <a:buFontTx/>
              <a:buChar char="-"/>
            </a:pPr>
            <a:r>
              <a:rPr lang="en-US" sz="2200"/>
              <a:t>Ở trong báo cáo này, chúng em xin trình bày về Điều khiển động cơ IM sử dụng card FPGA dựa trên phương pháp Điều khiển tựa từ thông rotor (FOC)</a:t>
            </a:r>
          </a:p>
          <a:p>
            <a:pPr algn="l"/>
            <a:endParaRPr lang="en-US" sz="2200"/>
          </a:p>
          <a:p>
            <a:pPr algn="l"/>
            <a:endParaRPr lang="en-US" sz="2200"/>
          </a:p>
        </p:txBody>
      </p:sp>
      <p:sp>
        <p:nvSpPr>
          <p:cNvPr id="3" name="Text Placeholder 2"/>
          <p:cNvSpPr>
            <a:spLocks noGrp="1"/>
          </p:cNvSpPr>
          <p:nvPr>
            <p:ph type="body" sz="quarter" idx="12"/>
          </p:nvPr>
        </p:nvSpPr>
        <p:spPr/>
        <p:txBody>
          <a:bodyPr vert="horz" lIns="91440" tIns="45720" rIns="91440" bIns="45720" rtlCol="0" anchor="t">
            <a:noAutofit/>
          </a:bodyPr>
          <a:lstStyle/>
          <a:p>
            <a:r>
              <a:rPr lang="en-US"/>
              <a:t>1</a:t>
            </a:r>
          </a:p>
        </p:txBody>
      </p:sp>
      <p:sp>
        <p:nvSpPr>
          <p:cNvPr id="4" name="Title 3"/>
          <p:cNvSpPr>
            <a:spLocks noGrp="1"/>
          </p:cNvSpPr>
          <p:nvPr>
            <p:ph type="title"/>
          </p:nvPr>
        </p:nvSpPr>
        <p:spPr/>
        <p:txBody>
          <a:bodyPr/>
          <a:lstStyle/>
          <a:p>
            <a:r>
              <a:rPr lang="en-US">
                <a:latin typeface="Arial"/>
                <a:cs typeface="Arial"/>
              </a:rPr>
              <a:t>Đặt vấn đề</a:t>
            </a:r>
            <a:endParaRPr lang="en-US"/>
          </a:p>
        </p:txBody>
      </p:sp>
      <p:sp>
        <p:nvSpPr>
          <p:cNvPr id="5" name="Slide Number Placeholder 4"/>
          <p:cNvSpPr>
            <a:spLocks noGrp="1"/>
          </p:cNvSpPr>
          <p:nvPr>
            <p:ph type="sldNum" sz="quarter" idx="4"/>
          </p:nvPr>
        </p:nvSpPr>
        <p:spPr/>
        <p:txBody>
          <a:bodyPr/>
          <a:lstStyle/>
          <a:p>
            <a:fld id="{C4AED997-7CB6-4654-8505-4D4C6D081CC6}" type="slidenum">
              <a:rPr lang="en-US" smtClean="0"/>
              <a:pPr/>
              <a:t>3</a:t>
            </a:fld>
            <a:endParaRPr lang="en-US"/>
          </a:p>
        </p:txBody>
      </p:sp>
    </p:spTree>
    <p:extLst>
      <p:ext uri="{BB962C8B-B14F-4D97-AF65-F5344CB8AC3E}">
        <p14:creationId xmlns:p14="http://schemas.microsoft.com/office/powerpoint/2010/main" val="85263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pPr algn="l"/>
            <a:r>
              <a:rPr lang="en-US" sz="2000" b="1"/>
              <a:t>1.1: Định nghĩa FPGA</a:t>
            </a:r>
          </a:p>
          <a:p>
            <a:pPr algn="just"/>
            <a:r>
              <a:rPr lang="en-US" sz="2000"/>
              <a:t>FPGA (Field Programmable Gate Array) là mạch tích hợp cỡ lớn dùng cấu trúc mảng phần tử logic mà người dùng có thể tái lập trình được. FPGA có thể tái lập trình, không phụ thuộc vào dây chuyền sản xuất phức tạp của nhà máy sản xuất.</a:t>
            </a:r>
          </a:p>
          <a:p>
            <a:pPr algn="l"/>
            <a:endParaRPr lang="en-US" sz="2000"/>
          </a:p>
        </p:txBody>
      </p:sp>
      <p:sp>
        <p:nvSpPr>
          <p:cNvPr id="3" name="Text Placeholder 2"/>
          <p:cNvSpPr>
            <a:spLocks noGrp="1"/>
          </p:cNvSpPr>
          <p:nvPr>
            <p:ph type="body" sz="quarter" idx="12"/>
          </p:nvPr>
        </p:nvSpPr>
        <p:spPr/>
        <p:txBody>
          <a:bodyPr/>
          <a:lstStyle/>
          <a:p>
            <a:r>
              <a:rPr lang="en-US" dirty="0"/>
              <a:t>1</a:t>
            </a:r>
          </a:p>
        </p:txBody>
      </p:sp>
      <p:sp>
        <p:nvSpPr>
          <p:cNvPr id="4" name="Title 3"/>
          <p:cNvSpPr>
            <a:spLocks noGrp="1"/>
          </p:cNvSpPr>
          <p:nvPr>
            <p:ph type="title"/>
          </p:nvPr>
        </p:nvSpPr>
        <p:spPr/>
        <p:txBody>
          <a:bodyPr/>
          <a:lstStyle/>
          <a:p>
            <a:r>
              <a:rPr lang="en-US"/>
              <a:t>Đặt vấn đề</a:t>
            </a:r>
            <a:endParaRPr lang="en-US" dirty="0"/>
          </a:p>
        </p:txBody>
      </p:sp>
      <p:sp>
        <p:nvSpPr>
          <p:cNvPr id="5" name="Slide Number Placeholder 4"/>
          <p:cNvSpPr>
            <a:spLocks noGrp="1"/>
          </p:cNvSpPr>
          <p:nvPr>
            <p:ph type="sldNum" sz="quarter" idx="4"/>
          </p:nvPr>
        </p:nvSpPr>
        <p:spPr/>
        <p:txBody>
          <a:bodyPr/>
          <a:lstStyle/>
          <a:p>
            <a:fld id="{C4AED997-7CB6-4654-8505-4D4C6D081CC6}" type="slidenum">
              <a:rPr lang="en-US" smtClean="0"/>
              <a:pPr/>
              <a:t>4</a:t>
            </a:fld>
            <a:endParaRPr lang="en-US" dirty="0"/>
          </a:p>
        </p:txBody>
      </p:sp>
      <p:pic>
        <p:nvPicPr>
          <p:cNvPr id="1026" name="Picture 2">
            <a:extLst>
              <a:ext uri="{FF2B5EF4-FFF2-40B4-BE49-F238E27FC236}">
                <a16:creationId xmlns:a16="http://schemas.microsoft.com/office/drawing/2014/main" id="{779AC1FE-360A-4146-80B7-0F509D01A1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051" y="3095371"/>
            <a:ext cx="3566626" cy="238482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5B929538-6CB8-4A9B-A5C8-BA8AA77168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9324" y="2791860"/>
            <a:ext cx="3843920" cy="2991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4647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855585" y="949912"/>
            <a:ext cx="7818152" cy="948162"/>
          </a:xfrm>
        </p:spPr>
        <p:txBody>
          <a:bodyPr>
            <a:normAutofit/>
          </a:bodyPr>
          <a:lstStyle/>
          <a:p>
            <a:pPr algn="l"/>
            <a:r>
              <a:rPr lang="en-US" sz="2200"/>
              <a:t>2.1: Mô hình động cơ không đồng bộ trong không gian vector</a:t>
            </a:r>
          </a:p>
          <a:p>
            <a:pPr algn="l"/>
            <a:endParaRPr lang="en-US" sz="2200"/>
          </a:p>
        </p:txBody>
      </p:sp>
      <p:sp>
        <p:nvSpPr>
          <p:cNvPr id="3" name="Text Placeholder 2"/>
          <p:cNvSpPr>
            <a:spLocks noGrp="1"/>
          </p:cNvSpPr>
          <p:nvPr>
            <p:ph type="body" sz="quarter" idx="12"/>
          </p:nvPr>
        </p:nvSpPr>
        <p:spPr/>
        <p:txBody>
          <a:bodyPr vert="horz" lIns="91440" tIns="45720" rIns="91440" bIns="45720" rtlCol="0" anchor="t">
            <a:noAutofit/>
          </a:bodyPr>
          <a:lstStyle/>
          <a:p>
            <a:r>
              <a:rPr lang="en-US"/>
              <a:t>2</a:t>
            </a:r>
          </a:p>
        </p:txBody>
      </p:sp>
      <p:sp>
        <p:nvSpPr>
          <p:cNvPr id="4" name="Title 3"/>
          <p:cNvSpPr>
            <a:spLocks noGrp="1"/>
          </p:cNvSpPr>
          <p:nvPr>
            <p:ph type="title"/>
          </p:nvPr>
        </p:nvSpPr>
        <p:spPr/>
        <p:txBody>
          <a:bodyPr/>
          <a:lstStyle/>
          <a:p>
            <a:r>
              <a:rPr lang="en-US">
                <a:latin typeface="Arial"/>
                <a:cs typeface="Arial"/>
              </a:rPr>
              <a:t>Mô hình động cơ IM</a:t>
            </a:r>
            <a:endParaRPr lang="en-US"/>
          </a:p>
        </p:txBody>
      </p:sp>
      <p:sp>
        <p:nvSpPr>
          <p:cNvPr id="5" name="Slide Number Placeholder 4"/>
          <p:cNvSpPr>
            <a:spLocks noGrp="1"/>
          </p:cNvSpPr>
          <p:nvPr>
            <p:ph type="sldNum" sz="quarter" idx="4"/>
          </p:nvPr>
        </p:nvSpPr>
        <p:spPr/>
        <p:txBody>
          <a:bodyPr/>
          <a:lstStyle/>
          <a:p>
            <a:fld id="{C4AED997-7CB6-4654-8505-4D4C6D081CC6}" type="slidenum">
              <a:rPr lang="en-US" smtClean="0"/>
              <a:pPr/>
              <a:t>5</a:t>
            </a:fld>
            <a:endParaRPr lang="en-US"/>
          </a:p>
        </p:txBody>
      </p:sp>
      <p:graphicFrame>
        <p:nvGraphicFramePr>
          <p:cNvPr id="12" name="Object 11">
            <a:extLst>
              <a:ext uri="{FF2B5EF4-FFF2-40B4-BE49-F238E27FC236}">
                <a16:creationId xmlns:a16="http://schemas.microsoft.com/office/drawing/2014/main" id="{FBFD913C-7814-4471-9F32-B1C971AABD45}"/>
              </a:ext>
            </a:extLst>
          </p:cNvPr>
          <p:cNvGraphicFramePr>
            <a:graphicFrameLocks noChangeAspect="1"/>
          </p:cNvGraphicFramePr>
          <p:nvPr>
            <p:extLst>
              <p:ext uri="{D42A27DB-BD31-4B8C-83A1-F6EECF244321}">
                <p14:modId xmlns:p14="http://schemas.microsoft.com/office/powerpoint/2010/main" val="2961655484"/>
              </p:ext>
            </p:extLst>
          </p:nvPr>
        </p:nvGraphicFramePr>
        <p:xfrm>
          <a:off x="1893892" y="5868992"/>
          <a:ext cx="4300537" cy="712787"/>
        </p:xfrm>
        <a:graphic>
          <a:graphicData uri="http://schemas.openxmlformats.org/presentationml/2006/ole">
            <mc:AlternateContent xmlns:mc="http://schemas.openxmlformats.org/markup-compatibility/2006">
              <mc:Choice xmlns:v="urn:schemas-microsoft-com:vml" Requires="v">
                <p:oleObj name="Equation" r:id="rId3" imgW="2374560" imgH="393480" progId="Equation.DSMT4">
                  <p:embed/>
                </p:oleObj>
              </mc:Choice>
              <mc:Fallback>
                <p:oleObj name="Equation" r:id="rId3" imgW="2374560" imgH="393480" progId="Equation.DSMT4">
                  <p:embed/>
                  <p:pic>
                    <p:nvPicPr>
                      <p:cNvPr id="12" name="Object 11">
                        <a:extLst>
                          <a:ext uri="{FF2B5EF4-FFF2-40B4-BE49-F238E27FC236}">
                            <a16:creationId xmlns:a16="http://schemas.microsoft.com/office/drawing/2014/main" id="{FBFD913C-7814-4471-9F32-B1C971AABD45}"/>
                          </a:ext>
                        </a:extLst>
                      </p:cNvPr>
                      <p:cNvPicPr/>
                      <p:nvPr/>
                    </p:nvPicPr>
                    <p:blipFill>
                      <a:blip r:embed="rId4"/>
                      <a:stretch>
                        <a:fillRect/>
                      </a:stretch>
                    </p:blipFill>
                    <p:spPr>
                      <a:xfrm>
                        <a:off x="1893892" y="5868992"/>
                        <a:ext cx="4300537" cy="712787"/>
                      </a:xfrm>
                      <a:prstGeom prst="rect">
                        <a:avLst/>
                      </a:prstGeom>
                    </p:spPr>
                  </p:pic>
                </p:oleObj>
              </mc:Fallback>
            </mc:AlternateContent>
          </a:graphicData>
        </a:graphic>
      </p:graphicFrame>
      <p:sp>
        <p:nvSpPr>
          <p:cNvPr id="13" name="TextBox 12">
            <a:extLst>
              <a:ext uri="{FF2B5EF4-FFF2-40B4-BE49-F238E27FC236}">
                <a16:creationId xmlns:a16="http://schemas.microsoft.com/office/drawing/2014/main" id="{905B723B-07F7-4F95-86EE-8EAC785F65E4}"/>
              </a:ext>
            </a:extLst>
          </p:cNvPr>
          <p:cNvSpPr txBox="1"/>
          <p:nvPr/>
        </p:nvSpPr>
        <p:spPr>
          <a:xfrm>
            <a:off x="1511348" y="5566075"/>
            <a:ext cx="6506633" cy="369332"/>
          </a:xfrm>
          <a:prstGeom prst="rect">
            <a:avLst/>
          </a:prstGeom>
          <a:noFill/>
        </p:spPr>
        <p:txBody>
          <a:bodyPr wrap="square" rtlCol="0">
            <a:spAutoFit/>
          </a:bodyPr>
          <a:lstStyle/>
          <a:p>
            <a:r>
              <a:rPr lang="en-US" dirty="0" err="1">
                <a:solidFill>
                  <a:schemeClr val="accent1">
                    <a:lumMod val="50000"/>
                  </a:schemeClr>
                </a:solidFill>
              </a:rPr>
              <a:t>Hình</a:t>
            </a:r>
            <a:r>
              <a:rPr lang="en-US" dirty="0">
                <a:solidFill>
                  <a:schemeClr val="accent1">
                    <a:lumMod val="50000"/>
                  </a:schemeClr>
                </a:solidFill>
              </a:rPr>
              <a:t> 2.1: </a:t>
            </a:r>
            <a:r>
              <a:rPr lang="en-US" dirty="0" err="1">
                <a:solidFill>
                  <a:schemeClr val="accent1">
                    <a:lumMod val="50000"/>
                  </a:schemeClr>
                </a:solidFill>
              </a:rPr>
              <a:t>biểu</a:t>
            </a:r>
            <a:r>
              <a:rPr lang="en-US" dirty="0">
                <a:solidFill>
                  <a:schemeClr val="accent1">
                    <a:lumMod val="50000"/>
                  </a:schemeClr>
                </a:solidFill>
              </a:rPr>
              <a:t> </a:t>
            </a:r>
            <a:r>
              <a:rPr lang="en-US" dirty="0" err="1">
                <a:solidFill>
                  <a:schemeClr val="accent1">
                    <a:lumMod val="50000"/>
                  </a:schemeClr>
                </a:solidFill>
              </a:rPr>
              <a:t>diễn</a:t>
            </a:r>
            <a:r>
              <a:rPr lang="en-US" dirty="0">
                <a:solidFill>
                  <a:schemeClr val="accent1">
                    <a:lumMod val="50000"/>
                  </a:schemeClr>
                </a:solidFill>
              </a:rPr>
              <a:t> 3 </a:t>
            </a:r>
            <a:r>
              <a:rPr lang="en-US" dirty="0" err="1">
                <a:solidFill>
                  <a:schemeClr val="accent1">
                    <a:lumMod val="50000"/>
                  </a:schemeClr>
                </a:solidFill>
              </a:rPr>
              <a:t>dòng</a:t>
            </a:r>
            <a:r>
              <a:rPr lang="en-US" dirty="0">
                <a:solidFill>
                  <a:schemeClr val="accent1">
                    <a:lumMod val="50000"/>
                  </a:schemeClr>
                </a:solidFill>
              </a:rPr>
              <a:t> </a:t>
            </a:r>
            <a:r>
              <a:rPr lang="en-US" dirty="0" err="1">
                <a:solidFill>
                  <a:schemeClr val="accent1">
                    <a:lumMod val="50000"/>
                  </a:schemeClr>
                </a:solidFill>
              </a:rPr>
              <a:t>pha</a:t>
            </a:r>
            <a:r>
              <a:rPr lang="en-US" dirty="0">
                <a:solidFill>
                  <a:schemeClr val="accent1">
                    <a:lumMod val="50000"/>
                  </a:schemeClr>
                </a:solidFill>
              </a:rPr>
              <a:t> </a:t>
            </a:r>
            <a:r>
              <a:rPr lang="en-US" dirty="0" err="1">
                <a:solidFill>
                  <a:schemeClr val="accent1">
                    <a:lumMod val="50000"/>
                  </a:schemeClr>
                </a:solidFill>
              </a:rPr>
              <a:t>dưới</a:t>
            </a:r>
            <a:r>
              <a:rPr lang="en-US" dirty="0">
                <a:solidFill>
                  <a:schemeClr val="accent1">
                    <a:lumMod val="50000"/>
                  </a:schemeClr>
                </a:solidFill>
              </a:rPr>
              <a:t> </a:t>
            </a:r>
            <a:r>
              <a:rPr lang="en-US" dirty="0" err="1">
                <a:solidFill>
                  <a:schemeClr val="accent1">
                    <a:lumMod val="50000"/>
                  </a:schemeClr>
                </a:solidFill>
              </a:rPr>
              <a:t>dạng</a:t>
            </a:r>
            <a:r>
              <a:rPr lang="en-US" dirty="0">
                <a:solidFill>
                  <a:schemeClr val="accent1">
                    <a:lumMod val="50000"/>
                  </a:schemeClr>
                </a:solidFill>
              </a:rPr>
              <a:t> vector </a:t>
            </a:r>
            <a:r>
              <a:rPr lang="en-US" dirty="0" err="1">
                <a:solidFill>
                  <a:schemeClr val="accent1">
                    <a:lumMod val="50000"/>
                  </a:schemeClr>
                </a:solidFill>
              </a:rPr>
              <a:t>phức</a:t>
            </a:r>
            <a:endParaRPr lang="en-US" dirty="0">
              <a:solidFill>
                <a:schemeClr val="accent1">
                  <a:lumMod val="50000"/>
                </a:schemeClr>
              </a:solidFill>
            </a:endParaRPr>
          </a:p>
        </p:txBody>
      </p:sp>
      <p:pic>
        <p:nvPicPr>
          <p:cNvPr id="72" name="Picture 71">
            <a:extLst>
              <a:ext uri="{FF2B5EF4-FFF2-40B4-BE49-F238E27FC236}">
                <a16:creationId xmlns:a16="http://schemas.microsoft.com/office/drawing/2014/main" id="{49DAAFF9-F2DD-41EC-AD7F-3CCAF5BC1465}"/>
              </a:ext>
            </a:extLst>
          </p:cNvPr>
          <p:cNvPicPr>
            <a:picLocks noChangeAspect="1"/>
          </p:cNvPicPr>
          <p:nvPr/>
        </p:nvPicPr>
        <p:blipFill>
          <a:blip r:embed="rId5"/>
          <a:stretch>
            <a:fillRect/>
          </a:stretch>
        </p:blipFill>
        <p:spPr>
          <a:xfrm>
            <a:off x="1148201" y="1476932"/>
            <a:ext cx="7059177" cy="4024785"/>
          </a:xfrm>
          <a:prstGeom prst="rect">
            <a:avLst/>
          </a:prstGeom>
        </p:spPr>
      </p:pic>
    </p:spTree>
    <p:extLst>
      <p:ext uri="{BB962C8B-B14F-4D97-AF65-F5344CB8AC3E}">
        <p14:creationId xmlns:p14="http://schemas.microsoft.com/office/powerpoint/2010/main" val="2862019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855589" y="949915"/>
            <a:ext cx="7678815" cy="4927107"/>
          </a:xfrm>
        </p:spPr>
        <p:txBody>
          <a:bodyPr>
            <a:normAutofit/>
          </a:bodyPr>
          <a:lstStyle/>
          <a:p>
            <a:pPr algn="l"/>
            <a:r>
              <a:rPr lang="en-US" sz="2100"/>
              <a:t>2.1: </a:t>
            </a:r>
            <a:r>
              <a:rPr lang="en-US" sz="2100" err="1"/>
              <a:t>Mô</a:t>
            </a:r>
            <a:r>
              <a:rPr lang="en-US" sz="2100"/>
              <a:t> </a:t>
            </a:r>
            <a:r>
              <a:rPr lang="en-US" sz="2100" err="1"/>
              <a:t>hình</a:t>
            </a:r>
            <a:r>
              <a:rPr lang="en-US" sz="2100"/>
              <a:t> </a:t>
            </a:r>
            <a:r>
              <a:rPr lang="en-US" sz="2100" err="1"/>
              <a:t>động</a:t>
            </a:r>
            <a:r>
              <a:rPr lang="en-US" sz="2100"/>
              <a:t> </a:t>
            </a:r>
            <a:r>
              <a:rPr lang="en-US" sz="2100" err="1"/>
              <a:t>cơ</a:t>
            </a:r>
            <a:r>
              <a:rPr lang="en-US" sz="2100"/>
              <a:t> </a:t>
            </a:r>
            <a:r>
              <a:rPr lang="en-US" sz="2100" err="1"/>
              <a:t>không</a:t>
            </a:r>
            <a:r>
              <a:rPr lang="en-US" sz="2100"/>
              <a:t> </a:t>
            </a:r>
            <a:r>
              <a:rPr lang="en-US" sz="2100" err="1"/>
              <a:t>đồng</a:t>
            </a:r>
            <a:r>
              <a:rPr lang="en-US" sz="2100"/>
              <a:t> </a:t>
            </a:r>
            <a:r>
              <a:rPr lang="en-US" sz="2100" err="1"/>
              <a:t>bộ</a:t>
            </a:r>
            <a:r>
              <a:rPr lang="en-US" sz="2100"/>
              <a:t> </a:t>
            </a:r>
            <a:r>
              <a:rPr lang="en-US" sz="2100" err="1"/>
              <a:t>trong</a:t>
            </a:r>
            <a:r>
              <a:rPr lang="en-US" sz="2100"/>
              <a:t> </a:t>
            </a:r>
            <a:r>
              <a:rPr lang="en-US" sz="2100" err="1"/>
              <a:t>không</a:t>
            </a:r>
            <a:r>
              <a:rPr lang="en-US" sz="2100"/>
              <a:t> </a:t>
            </a:r>
            <a:r>
              <a:rPr lang="en-US" sz="2100" err="1"/>
              <a:t>gian</a:t>
            </a:r>
            <a:r>
              <a:rPr lang="en-US" sz="2100"/>
              <a:t> vector</a:t>
            </a:r>
          </a:p>
          <a:p>
            <a:pPr marL="800080" lvl="1" indent="-342891" algn="l">
              <a:buFont typeface="Wingdings" panose="05000000000000000000" pitchFamily="2" charset="2"/>
              <a:buChar char="v"/>
            </a:pPr>
            <a:r>
              <a:rPr lang="en-US" err="1"/>
              <a:t>Mối</a:t>
            </a:r>
            <a:r>
              <a:rPr lang="en-US"/>
              <a:t> </a:t>
            </a:r>
            <a:r>
              <a:rPr lang="en-US" err="1"/>
              <a:t>quan</a:t>
            </a:r>
            <a:r>
              <a:rPr lang="en-US"/>
              <a:t> </a:t>
            </a:r>
            <a:r>
              <a:rPr lang="en-US" err="1"/>
              <a:t>hệ</a:t>
            </a:r>
            <a:r>
              <a:rPr lang="en-US"/>
              <a:t> </a:t>
            </a:r>
            <a:r>
              <a:rPr lang="en-US" err="1"/>
              <a:t>giữa</a:t>
            </a:r>
            <a:r>
              <a:rPr lang="en-US"/>
              <a:t> </a:t>
            </a:r>
            <a:r>
              <a:rPr lang="en-US" err="1"/>
              <a:t>các</a:t>
            </a:r>
            <a:r>
              <a:rPr lang="en-US"/>
              <a:t> </a:t>
            </a:r>
            <a:r>
              <a:rPr lang="en-US" err="1"/>
              <a:t>đại</a:t>
            </a:r>
            <a:r>
              <a:rPr lang="en-US"/>
              <a:t> </a:t>
            </a:r>
            <a:r>
              <a:rPr lang="en-US" err="1"/>
              <a:t>lượng</a:t>
            </a:r>
            <a:r>
              <a:rPr lang="en-US"/>
              <a:t> vector ĐCKDB rotor </a:t>
            </a:r>
            <a:r>
              <a:rPr lang="en-US" err="1"/>
              <a:t>lồng</a:t>
            </a:r>
            <a:r>
              <a:rPr lang="en-US"/>
              <a:t> </a:t>
            </a:r>
            <a:r>
              <a:rPr lang="en-US" err="1"/>
              <a:t>sóc</a:t>
            </a:r>
            <a:endParaRPr lang="en-US"/>
          </a:p>
          <a:p>
            <a:pPr marL="800080" lvl="1" indent="-342891" algn="l">
              <a:buFont typeface="Wingdings" panose="05000000000000000000" pitchFamily="2" charset="2"/>
              <a:buChar char="§"/>
            </a:pPr>
            <a:r>
              <a:rPr lang="en-US" err="1"/>
              <a:t>Phương</a:t>
            </a:r>
            <a:r>
              <a:rPr lang="en-US"/>
              <a:t> </a:t>
            </a:r>
            <a:r>
              <a:rPr lang="en-US" err="1"/>
              <a:t>trình</a:t>
            </a:r>
            <a:r>
              <a:rPr lang="en-US"/>
              <a:t> </a:t>
            </a:r>
            <a:r>
              <a:rPr lang="en-US" err="1"/>
              <a:t>điện</a:t>
            </a:r>
            <a:r>
              <a:rPr lang="en-US"/>
              <a:t> </a:t>
            </a:r>
            <a:r>
              <a:rPr lang="en-US" err="1"/>
              <a:t>áp</a:t>
            </a:r>
            <a:endParaRPr lang="en-US"/>
          </a:p>
          <a:p>
            <a:pPr marL="800080" lvl="1" indent="-342891" algn="l">
              <a:buFont typeface="Wingdings" panose="05000000000000000000" pitchFamily="2" charset="2"/>
              <a:buChar char="§"/>
            </a:pPr>
            <a:endParaRPr lang="en-US"/>
          </a:p>
          <a:p>
            <a:pPr marL="800080" lvl="1" indent="-342891" algn="l">
              <a:buFont typeface="Wingdings" panose="05000000000000000000" pitchFamily="2" charset="2"/>
              <a:buChar char="§"/>
            </a:pPr>
            <a:endParaRPr lang="en-US"/>
          </a:p>
          <a:p>
            <a:pPr marL="800080" lvl="1" indent="-342891" algn="l">
              <a:buFont typeface="Wingdings" panose="05000000000000000000" pitchFamily="2" charset="2"/>
              <a:buChar char="§"/>
            </a:pPr>
            <a:endParaRPr lang="en-US"/>
          </a:p>
          <a:p>
            <a:pPr marL="800080" lvl="1" indent="-342891" algn="l">
              <a:buFont typeface="Wingdings" panose="05000000000000000000" pitchFamily="2" charset="2"/>
              <a:buChar char="§"/>
            </a:pPr>
            <a:r>
              <a:rPr lang="en-US" err="1"/>
              <a:t>Phương</a:t>
            </a:r>
            <a:r>
              <a:rPr lang="en-US"/>
              <a:t> </a:t>
            </a:r>
            <a:r>
              <a:rPr lang="en-US" err="1"/>
              <a:t>trình</a:t>
            </a:r>
            <a:r>
              <a:rPr lang="en-US"/>
              <a:t> </a:t>
            </a:r>
            <a:r>
              <a:rPr lang="en-US" err="1"/>
              <a:t>từ</a:t>
            </a:r>
            <a:r>
              <a:rPr lang="en-US"/>
              <a:t> </a:t>
            </a:r>
            <a:r>
              <a:rPr lang="en-US" err="1"/>
              <a:t>thông</a:t>
            </a:r>
            <a:endParaRPr lang="en-US"/>
          </a:p>
          <a:p>
            <a:pPr marL="800080" lvl="1" indent="-342891" algn="l">
              <a:buFont typeface="Wingdings" panose="05000000000000000000" pitchFamily="2" charset="2"/>
              <a:buChar char="§"/>
            </a:pPr>
            <a:endParaRPr lang="en-US"/>
          </a:p>
          <a:p>
            <a:pPr lvl="1" algn="l"/>
            <a:r>
              <a:rPr lang="en-US"/>
              <a:t>			         </a:t>
            </a:r>
            <a:r>
              <a:rPr lang="en-US" err="1"/>
              <a:t>với</a:t>
            </a:r>
            <a:endParaRPr lang="en-US"/>
          </a:p>
          <a:p>
            <a:pPr lvl="1" algn="l"/>
            <a:endParaRPr lang="en-US"/>
          </a:p>
          <a:p>
            <a:pPr marL="800080" lvl="1" indent="-342891" algn="l">
              <a:buFont typeface="Wingdings" panose="05000000000000000000" pitchFamily="2" charset="2"/>
              <a:buChar char="§"/>
            </a:pPr>
            <a:r>
              <a:rPr lang="en-US" err="1"/>
              <a:t>Phương</a:t>
            </a:r>
            <a:r>
              <a:rPr lang="en-US"/>
              <a:t> </a:t>
            </a:r>
            <a:r>
              <a:rPr lang="en-US" err="1"/>
              <a:t>trình</a:t>
            </a:r>
            <a:r>
              <a:rPr lang="en-US"/>
              <a:t> </a:t>
            </a:r>
            <a:r>
              <a:rPr lang="en-US" err="1"/>
              <a:t>momen</a:t>
            </a:r>
            <a:r>
              <a:rPr lang="en-US"/>
              <a:t> quay</a:t>
            </a:r>
          </a:p>
          <a:p>
            <a:pPr lvl="1" algn="l"/>
            <a:endParaRPr lang="en-US"/>
          </a:p>
        </p:txBody>
      </p:sp>
      <p:sp>
        <p:nvSpPr>
          <p:cNvPr id="3" name="Text Placeholder 2"/>
          <p:cNvSpPr>
            <a:spLocks noGrp="1"/>
          </p:cNvSpPr>
          <p:nvPr>
            <p:ph type="body" sz="quarter" idx="12"/>
          </p:nvPr>
        </p:nvSpPr>
        <p:spPr/>
        <p:txBody>
          <a:bodyPr vert="horz" lIns="91440" tIns="45720" rIns="91440" bIns="45720" rtlCol="0" anchor="t">
            <a:noAutofit/>
          </a:bodyPr>
          <a:lstStyle/>
          <a:p>
            <a:r>
              <a:rPr lang="en-US"/>
              <a:t>2</a:t>
            </a:r>
          </a:p>
        </p:txBody>
      </p:sp>
      <p:sp>
        <p:nvSpPr>
          <p:cNvPr id="4" name="Title 3"/>
          <p:cNvSpPr>
            <a:spLocks noGrp="1"/>
          </p:cNvSpPr>
          <p:nvPr>
            <p:ph type="title"/>
          </p:nvPr>
        </p:nvSpPr>
        <p:spPr/>
        <p:txBody>
          <a:bodyPr/>
          <a:lstStyle/>
          <a:p>
            <a:r>
              <a:rPr lang="en-US">
                <a:latin typeface="Arial"/>
                <a:cs typeface="Arial"/>
              </a:rPr>
              <a:t>Mô hình động cơ IM</a:t>
            </a:r>
            <a:endParaRPr lang="en-US"/>
          </a:p>
        </p:txBody>
      </p:sp>
      <p:sp>
        <p:nvSpPr>
          <p:cNvPr id="5" name="Slide Number Placeholder 4"/>
          <p:cNvSpPr>
            <a:spLocks noGrp="1"/>
          </p:cNvSpPr>
          <p:nvPr>
            <p:ph type="sldNum" sz="quarter" idx="4"/>
          </p:nvPr>
        </p:nvSpPr>
        <p:spPr/>
        <p:txBody>
          <a:bodyPr/>
          <a:lstStyle/>
          <a:p>
            <a:fld id="{C4AED997-7CB6-4654-8505-4D4C6D081CC6}" type="slidenum">
              <a:rPr lang="en-US" smtClean="0"/>
              <a:pPr/>
              <a:t>6</a:t>
            </a:fld>
            <a:endParaRPr lang="en-US"/>
          </a:p>
        </p:txBody>
      </p:sp>
      <p:graphicFrame>
        <p:nvGraphicFramePr>
          <p:cNvPr id="7" name="Object 6">
            <a:extLst>
              <a:ext uri="{FF2B5EF4-FFF2-40B4-BE49-F238E27FC236}">
                <a16:creationId xmlns:a16="http://schemas.microsoft.com/office/drawing/2014/main" id="{3C3567DB-7B90-4CFE-AEF7-E3940B28AADB}"/>
              </a:ext>
            </a:extLst>
          </p:cNvPr>
          <p:cNvGraphicFramePr>
            <a:graphicFrameLocks noChangeAspect="1"/>
          </p:cNvGraphicFramePr>
          <p:nvPr>
            <p:extLst>
              <p:ext uri="{D42A27DB-BD31-4B8C-83A1-F6EECF244321}">
                <p14:modId xmlns:p14="http://schemas.microsoft.com/office/powerpoint/2010/main" val="588835960"/>
              </p:ext>
            </p:extLst>
          </p:nvPr>
        </p:nvGraphicFramePr>
        <p:xfrm>
          <a:off x="2133215" y="2433140"/>
          <a:ext cx="1775833" cy="784134"/>
        </p:xfrm>
        <a:graphic>
          <a:graphicData uri="http://schemas.openxmlformats.org/presentationml/2006/ole">
            <mc:AlternateContent xmlns:mc="http://schemas.openxmlformats.org/markup-compatibility/2006">
              <mc:Choice xmlns:v="urn:schemas-microsoft-com:vml" Requires="v">
                <p:oleObj name="Equation" r:id="rId2" imgW="977760" imgH="431640" progId="Equation.DSMT4">
                  <p:embed/>
                </p:oleObj>
              </mc:Choice>
              <mc:Fallback>
                <p:oleObj name="Equation" r:id="rId2" imgW="977760" imgH="431640" progId="Equation.DSMT4">
                  <p:embed/>
                  <p:pic>
                    <p:nvPicPr>
                      <p:cNvPr id="7" name="Object 6">
                        <a:extLst>
                          <a:ext uri="{FF2B5EF4-FFF2-40B4-BE49-F238E27FC236}">
                            <a16:creationId xmlns:a16="http://schemas.microsoft.com/office/drawing/2014/main" id="{3C3567DB-7B90-4CFE-AEF7-E3940B28AADB}"/>
                          </a:ext>
                        </a:extLst>
                      </p:cNvPr>
                      <p:cNvPicPr/>
                      <p:nvPr/>
                    </p:nvPicPr>
                    <p:blipFill>
                      <a:blip r:embed="rId3"/>
                      <a:stretch>
                        <a:fillRect/>
                      </a:stretch>
                    </p:blipFill>
                    <p:spPr>
                      <a:xfrm>
                        <a:off x="2133215" y="2433140"/>
                        <a:ext cx="1775833" cy="784134"/>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CFB38323-8262-497A-AC94-37D2410FE6B3}"/>
              </a:ext>
            </a:extLst>
          </p:cNvPr>
          <p:cNvGraphicFramePr>
            <a:graphicFrameLocks noChangeAspect="1"/>
          </p:cNvGraphicFramePr>
          <p:nvPr>
            <p:extLst>
              <p:ext uri="{D42A27DB-BD31-4B8C-83A1-F6EECF244321}">
                <p14:modId xmlns:p14="http://schemas.microsoft.com/office/powerpoint/2010/main" val="4292924"/>
              </p:ext>
            </p:extLst>
          </p:nvPr>
        </p:nvGraphicFramePr>
        <p:xfrm>
          <a:off x="5036508" y="2433140"/>
          <a:ext cx="1974285" cy="699226"/>
        </p:xfrm>
        <a:graphic>
          <a:graphicData uri="http://schemas.openxmlformats.org/presentationml/2006/ole">
            <mc:AlternateContent xmlns:mc="http://schemas.openxmlformats.org/markup-compatibility/2006">
              <mc:Choice xmlns:v="urn:schemas-microsoft-com:vml" Requires="v">
                <p:oleObj name="Equation" r:id="rId4" imgW="1218960" imgH="431640" progId="Equation.DSMT4">
                  <p:embed/>
                </p:oleObj>
              </mc:Choice>
              <mc:Fallback>
                <p:oleObj name="Equation" r:id="rId4" imgW="1218960" imgH="431640" progId="Equation.DSMT4">
                  <p:embed/>
                  <p:pic>
                    <p:nvPicPr>
                      <p:cNvPr id="8" name="Object 7">
                        <a:extLst>
                          <a:ext uri="{FF2B5EF4-FFF2-40B4-BE49-F238E27FC236}">
                            <a16:creationId xmlns:a16="http://schemas.microsoft.com/office/drawing/2014/main" id="{CFB38323-8262-497A-AC94-37D2410FE6B3}"/>
                          </a:ext>
                        </a:extLst>
                      </p:cNvPr>
                      <p:cNvPicPr/>
                      <p:nvPr/>
                    </p:nvPicPr>
                    <p:blipFill>
                      <a:blip r:embed="rId5"/>
                      <a:stretch>
                        <a:fillRect/>
                      </a:stretch>
                    </p:blipFill>
                    <p:spPr>
                      <a:xfrm>
                        <a:off x="5036508" y="2433140"/>
                        <a:ext cx="1974285" cy="699226"/>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B21A6AE0-CE7F-4A39-81F4-B22B02EDAB3E}"/>
              </a:ext>
            </a:extLst>
          </p:cNvPr>
          <p:cNvGraphicFramePr>
            <a:graphicFrameLocks noChangeAspect="1"/>
          </p:cNvGraphicFramePr>
          <p:nvPr>
            <p:extLst>
              <p:ext uri="{D42A27DB-BD31-4B8C-83A1-F6EECF244321}">
                <p14:modId xmlns:p14="http://schemas.microsoft.com/office/powerpoint/2010/main" val="493040808"/>
              </p:ext>
            </p:extLst>
          </p:nvPr>
        </p:nvGraphicFramePr>
        <p:xfrm>
          <a:off x="2059146" y="3655425"/>
          <a:ext cx="1843969" cy="478953"/>
        </p:xfrm>
        <a:graphic>
          <a:graphicData uri="http://schemas.openxmlformats.org/presentationml/2006/ole">
            <mc:AlternateContent xmlns:mc="http://schemas.openxmlformats.org/markup-compatibility/2006">
              <mc:Choice xmlns:v="urn:schemas-microsoft-com:vml" Requires="v">
                <p:oleObj name="Equation" r:id="rId6" imgW="977760" imgH="253800" progId="Equation.DSMT4">
                  <p:embed/>
                </p:oleObj>
              </mc:Choice>
              <mc:Fallback>
                <p:oleObj name="Equation" r:id="rId6" imgW="977760" imgH="253800" progId="Equation.DSMT4">
                  <p:embed/>
                  <p:pic>
                    <p:nvPicPr>
                      <p:cNvPr id="9" name="Object 8">
                        <a:extLst>
                          <a:ext uri="{FF2B5EF4-FFF2-40B4-BE49-F238E27FC236}">
                            <a16:creationId xmlns:a16="http://schemas.microsoft.com/office/drawing/2014/main" id="{B21A6AE0-CE7F-4A39-81F4-B22B02EDAB3E}"/>
                          </a:ext>
                        </a:extLst>
                      </p:cNvPr>
                      <p:cNvPicPr/>
                      <p:nvPr/>
                    </p:nvPicPr>
                    <p:blipFill>
                      <a:blip r:embed="rId7"/>
                      <a:stretch>
                        <a:fillRect/>
                      </a:stretch>
                    </p:blipFill>
                    <p:spPr>
                      <a:xfrm>
                        <a:off x="2059146" y="3655425"/>
                        <a:ext cx="1843969" cy="478953"/>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CCFE0028-92DC-4740-8564-7F622331DD66}"/>
              </a:ext>
            </a:extLst>
          </p:cNvPr>
          <p:cNvGraphicFramePr>
            <a:graphicFrameLocks noChangeAspect="1"/>
          </p:cNvGraphicFramePr>
          <p:nvPr>
            <p:extLst>
              <p:ext uri="{D42A27DB-BD31-4B8C-83A1-F6EECF244321}">
                <p14:modId xmlns:p14="http://schemas.microsoft.com/office/powerpoint/2010/main" val="2476995546"/>
              </p:ext>
            </p:extLst>
          </p:nvPr>
        </p:nvGraphicFramePr>
        <p:xfrm>
          <a:off x="2052068" y="4161025"/>
          <a:ext cx="1866900" cy="479425"/>
        </p:xfrm>
        <a:graphic>
          <a:graphicData uri="http://schemas.openxmlformats.org/presentationml/2006/ole">
            <mc:AlternateContent xmlns:mc="http://schemas.openxmlformats.org/markup-compatibility/2006">
              <mc:Choice xmlns:v="urn:schemas-microsoft-com:vml" Requires="v">
                <p:oleObj name="Equation" r:id="rId8" imgW="990360" imgH="253800" progId="Equation.DSMT4">
                  <p:embed/>
                </p:oleObj>
              </mc:Choice>
              <mc:Fallback>
                <p:oleObj name="Equation" r:id="rId8" imgW="990360" imgH="253800" progId="Equation.DSMT4">
                  <p:embed/>
                  <p:pic>
                    <p:nvPicPr>
                      <p:cNvPr id="10" name="Object 9">
                        <a:extLst>
                          <a:ext uri="{FF2B5EF4-FFF2-40B4-BE49-F238E27FC236}">
                            <a16:creationId xmlns:a16="http://schemas.microsoft.com/office/drawing/2014/main" id="{CCFE0028-92DC-4740-8564-7F622331DD66}"/>
                          </a:ext>
                        </a:extLst>
                      </p:cNvPr>
                      <p:cNvPicPr/>
                      <p:nvPr/>
                    </p:nvPicPr>
                    <p:blipFill>
                      <a:blip r:embed="rId9"/>
                      <a:stretch>
                        <a:fillRect/>
                      </a:stretch>
                    </p:blipFill>
                    <p:spPr>
                      <a:xfrm>
                        <a:off x="2052068" y="4161025"/>
                        <a:ext cx="1866900" cy="479425"/>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B8B3CFA3-96CE-4950-B24D-C681A09C0DA3}"/>
              </a:ext>
            </a:extLst>
          </p:cNvPr>
          <p:cNvGraphicFramePr>
            <a:graphicFrameLocks noChangeAspect="1"/>
          </p:cNvGraphicFramePr>
          <p:nvPr>
            <p:extLst>
              <p:ext uri="{D42A27DB-BD31-4B8C-83A1-F6EECF244321}">
                <p14:modId xmlns:p14="http://schemas.microsoft.com/office/powerpoint/2010/main" val="4037221917"/>
              </p:ext>
            </p:extLst>
          </p:nvPr>
        </p:nvGraphicFramePr>
        <p:xfrm>
          <a:off x="5240891" y="3649893"/>
          <a:ext cx="1521278" cy="421277"/>
        </p:xfrm>
        <a:graphic>
          <a:graphicData uri="http://schemas.openxmlformats.org/presentationml/2006/ole">
            <mc:AlternateContent xmlns:mc="http://schemas.openxmlformats.org/markup-compatibility/2006">
              <mc:Choice xmlns:v="urn:schemas-microsoft-com:vml" Requires="v">
                <p:oleObj name="Equation" r:id="rId10" imgW="825480" imgH="228600" progId="Equation.DSMT4">
                  <p:embed/>
                </p:oleObj>
              </mc:Choice>
              <mc:Fallback>
                <p:oleObj name="Equation" r:id="rId10" imgW="825480" imgH="228600" progId="Equation.DSMT4">
                  <p:embed/>
                  <p:pic>
                    <p:nvPicPr>
                      <p:cNvPr id="11" name="Object 10">
                        <a:extLst>
                          <a:ext uri="{FF2B5EF4-FFF2-40B4-BE49-F238E27FC236}">
                            <a16:creationId xmlns:a16="http://schemas.microsoft.com/office/drawing/2014/main" id="{B8B3CFA3-96CE-4950-B24D-C681A09C0DA3}"/>
                          </a:ext>
                        </a:extLst>
                      </p:cNvPr>
                      <p:cNvPicPr/>
                      <p:nvPr/>
                    </p:nvPicPr>
                    <p:blipFill>
                      <a:blip r:embed="rId11"/>
                      <a:stretch>
                        <a:fillRect/>
                      </a:stretch>
                    </p:blipFill>
                    <p:spPr>
                      <a:xfrm>
                        <a:off x="5240891" y="3649893"/>
                        <a:ext cx="1521278" cy="421277"/>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99EA91F3-7109-498F-8C1D-8695DF77D13B}"/>
              </a:ext>
            </a:extLst>
          </p:cNvPr>
          <p:cNvGraphicFramePr>
            <a:graphicFrameLocks noChangeAspect="1"/>
          </p:cNvGraphicFramePr>
          <p:nvPr>
            <p:extLst>
              <p:ext uri="{D42A27DB-BD31-4B8C-83A1-F6EECF244321}">
                <p14:modId xmlns:p14="http://schemas.microsoft.com/office/powerpoint/2010/main" val="3759206615"/>
              </p:ext>
            </p:extLst>
          </p:nvPr>
        </p:nvGraphicFramePr>
        <p:xfrm>
          <a:off x="5225034" y="4167486"/>
          <a:ext cx="1521278" cy="421277"/>
        </p:xfrm>
        <a:graphic>
          <a:graphicData uri="http://schemas.openxmlformats.org/presentationml/2006/ole">
            <mc:AlternateContent xmlns:mc="http://schemas.openxmlformats.org/markup-compatibility/2006">
              <mc:Choice xmlns:v="urn:schemas-microsoft-com:vml" Requires="v">
                <p:oleObj name="Equation" r:id="rId12" imgW="825480" imgH="228600" progId="Equation.DSMT4">
                  <p:embed/>
                </p:oleObj>
              </mc:Choice>
              <mc:Fallback>
                <p:oleObj name="Equation" r:id="rId12" imgW="825480" imgH="228600" progId="Equation.DSMT4">
                  <p:embed/>
                  <p:pic>
                    <p:nvPicPr>
                      <p:cNvPr id="12" name="Object 11">
                        <a:extLst>
                          <a:ext uri="{FF2B5EF4-FFF2-40B4-BE49-F238E27FC236}">
                            <a16:creationId xmlns:a16="http://schemas.microsoft.com/office/drawing/2014/main" id="{99EA91F3-7109-498F-8C1D-8695DF77D13B}"/>
                          </a:ext>
                        </a:extLst>
                      </p:cNvPr>
                      <p:cNvPicPr/>
                      <p:nvPr/>
                    </p:nvPicPr>
                    <p:blipFill>
                      <a:blip r:embed="rId13"/>
                      <a:stretch>
                        <a:fillRect/>
                      </a:stretch>
                    </p:blipFill>
                    <p:spPr>
                      <a:xfrm>
                        <a:off x="5225034" y="4167486"/>
                        <a:ext cx="1521278" cy="421277"/>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B9F08750-ED62-427C-87DC-FC821FEB54B5}"/>
              </a:ext>
            </a:extLst>
          </p:cNvPr>
          <p:cNvGraphicFramePr>
            <a:graphicFrameLocks noChangeAspect="1"/>
          </p:cNvGraphicFramePr>
          <p:nvPr>
            <p:extLst>
              <p:ext uri="{D42A27DB-BD31-4B8C-83A1-F6EECF244321}">
                <p14:modId xmlns:p14="http://schemas.microsoft.com/office/powerpoint/2010/main" val="423308906"/>
              </p:ext>
            </p:extLst>
          </p:nvPr>
        </p:nvGraphicFramePr>
        <p:xfrm>
          <a:off x="1697042" y="5213350"/>
          <a:ext cx="4129087" cy="700088"/>
        </p:xfrm>
        <a:graphic>
          <a:graphicData uri="http://schemas.openxmlformats.org/presentationml/2006/ole">
            <mc:AlternateContent xmlns:mc="http://schemas.openxmlformats.org/markup-compatibility/2006">
              <mc:Choice xmlns:v="urn:schemas-microsoft-com:vml" Requires="v">
                <p:oleObj name="Equation" r:id="rId14" imgW="2323800" imgH="393480" progId="Equation.DSMT4">
                  <p:embed/>
                </p:oleObj>
              </mc:Choice>
              <mc:Fallback>
                <p:oleObj name="Equation" r:id="rId14" imgW="2323800" imgH="393480" progId="Equation.DSMT4">
                  <p:embed/>
                  <p:pic>
                    <p:nvPicPr>
                      <p:cNvPr id="13" name="Object 12">
                        <a:extLst>
                          <a:ext uri="{FF2B5EF4-FFF2-40B4-BE49-F238E27FC236}">
                            <a16:creationId xmlns:a16="http://schemas.microsoft.com/office/drawing/2014/main" id="{B9F08750-ED62-427C-87DC-FC821FEB54B5}"/>
                          </a:ext>
                        </a:extLst>
                      </p:cNvPr>
                      <p:cNvPicPr/>
                      <p:nvPr/>
                    </p:nvPicPr>
                    <p:blipFill>
                      <a:blip r:embed="rId15"/>
                      <a:stretch>
                        <a:fillRect/>
                      </a:stretch>
                    </p:blipFill>
                    <p:spPr>
                      <a:xfrm>
                        <a:off x="1697042" y="5213350"/>
                        <a:ext cx="4129087" cy="700088"/>
                      </a:xfrm>
                      <a:prstGeom prst="rect">
                        <a:avLst/>
                      </a:prstGeom>
                    </p:spPr>
                  </p:pic>
                </p:oleObj>
              </mc:Fallback>
            </mc:AlternateContent>
          </a:graphicData>
        </a:graphic>
      </p:graphicFrame>
    </p:spTree>
    <p:extLst>
      <p:ext uri="{BB962C8B-B14F-4D97-AF65-F5344CB8AC3E}">
        <p14:creationId xmlns:p14="http://schemas.microsoft.com/office/powerpoint/2010/main" val="650151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pPr algn="l"/>
            <a:r>
              <a:rPr lang="en-US" sz="2100"/>
              <a:t>2.1: Mô hình động cơ không đồng bộ trong không gian vector</a:t>
            </a:r>
          </a:p>
          <a:p>
            <a:pPr marL="342891" indent="-342891" algn="l">
              <a:buFont typeface="Wingdings" panose="05000000000000000000" pitchFamily="2" charset="2"/>
              <a:buChar char="v"/>
            </a:pPr>
            <a:r>
              <a:rPr lang="en-US" sz="2100"/>
              <a:t>Mối quan hệ giữa các đại lượng vector trên hệ tọa độ </a:t>
            </a:r>
            <a:r>
              <a:rPr lang="el-GR" sz="2100"/>
              <a:t>αβ</a:t>
            </a:r>
            <a:endParaRPr lang="en-US" sz="2100"/>
          </a:p>
          <a:p>
            <a:pPr marL="800080" lvl="1" indent="-342891" algn="l">
              <a:buFont typeface="Wingdings" panose="05000000000000000000" pitchFamily="2" charset="2"/>
              <a:buChar char="§"/>
            </a:pPr>
            <a:r>
              <a:rPr lang="en-US"/>
              <a:t>Chọn trục </a:t>
            </a:r>
            <a:r>
              <a:rPr lang="el-GR"/>
              <a:t>α</a:t>
            </a:r>
            <a:r>
              <a:rPr lang="en-US"/>
              <a:t> trùng với trục a</a:t>
            </a:r>
          </a:p>
        </p:txBody>
      </p:sp>
      <p:sp>
        <p:nvSpPr>
          <p:cNvPr id="3" name="Text Placeholder 2"/>
          <p:cNvSpPr>
            <a:spLocks noGrp="1"/>
          </p:cNvSpPr>
          <p:nvPr>
            <p:ph type="body" sz="quarter" idx="12"/>
          </p:nvPr>
        </p:nvSpPr>
        <p:spPr/>
        <p:txBody>
          <a:bodyPr vert="horz" lIns="91440" tIns="45720" rIns="91440" bIns="45720" rtlCol="0" anchor="t">
            <a:noAutofit/>
          </a:bodyPr>
          <a:lstStyle/>
          <a:p>
            <a:r>
              <a:rPr lang="en-US"/>
              <a:t>2</a:t>
            </a:r>
          </a:p>
        </p:txBody>
      </p:sp>
      <p:sp>
        <p:nvSpPr>
          <p:cNvPr id="4" name="Title 3"/>
          <p:cNvSpPr>
            <a:spLocks noGrp="1"/>
          </p:cNvSpPr>
          <p:nvPr>
            <p:ph type="title"/>
          </p:nvPr>
        </p:nvSpPr>
        <p:spPr/>
        <p:txBody>
          <a:bodyPr/>
          <a:lstStyle/>
          <a:p>
            <a:r>
              <a:rPr lang="en-US">
                <a:latin typeface="Arial"/>
                <a:cs typeface="Arial"/>
              </a:rPr>
              <a:t>Mô hình động cơ IM</a:t>
            </a:r>
            <a:endParaRPr lang="en-US"/>
          </a:p>
        </p:txBody>
      </p:sp>
      <p:sp>
        <p:nvSpPr>
          <p:cNvPr id="5" name="Slide Number Placeholder 4"/>
          <p:cNvSpPr>
            <a:spLocks noGrp="1"/>
          </p:cNvSpPr>
          <p:nvPr>
            <p:ph type="sldNum" sz="quarter" idx="4"/>
          </p:nvPr>
        </p:nvSpPr>
        <p:spPr/>
        <p:txBody>
          <a:bodyPr/>
          <a:lstStyle/>
          <a:p>
            <a:fld id="{C4AED997-7CB6-4654-8505-4D4C6D081CC6}" type="slidenum">
              <a:rPr lang="en-US" smtClean="0"/>
              <a:pPr/>
              <a:t>7</a:t>
            </a:fld>
            <a:endParaRPr lang="en-US"/>
          </a:p>
        </p:txBody>
      </p:sp>
      <p:graphicFrame>
        <p:nvGraphicFramePr>
          <p:cNvPr id="10" name="Object 9">
            <a:extLst>
              <a:ext uri="{FF2B5EF4-FFF2-40B4-BE49-F238E27FC236}">
                <a16:creationId xmlns:a16="http://schemas.microsoft.com/office/drawing/2014/main" id="{C33E7E73-2BD0-48C6-A5D8-6A894B9BE4AE}"/>
              </a:ext>
            </a:extLst>
          </p:cNvPr>
          <p:cNvGraphicFramePr>
            <a:graphicFrameLocks noChangeAspect="1"/>
          </p:cNvGraphicFramePr>
          <p:nvPr>
            <p:extLst>
              <p:ext uri="{D42A27DB-BD31-4B8C-83A1-F6EECF244321}">
                <p14:modId xmlns:p14="http://schemas.microsoft.com/office/powerpoint/2010/main" val="82568235"/>
              </p:ext>
            </p:extLst>
          </p:nvPr>
        </p:nvGraphicFramePr>
        <p:xfrm>
          <a:off x="4959350" y="1733550"/>
          <a:ext cx="2263775" cy="1222375"/>
        </p:xfrm>
        <a:graphic>
          <a:graphicData uri="http://schemas.openxmlformats.org/presentationml/2006/ole">
            <mc:AlternateContent xmlns:mc="http://schemas.openxmlformats.org/markup-compatibility/2006">
              <mc:Choice xmlns:v="urn:schemas-microsoft-com:vml" Requires="v">
                <p:oleObj name="Equation" r:id="rId2" imgW="1269720" imgH="685800" progId="Equation.DSMT4">
                  <p:embed/>
                </p:oleObj>
              </mc:Choice>
              <mc:Fallback>
                <p:oleObj name="Equation" r:id="rId2" imgW="1269720" imgH="685800" progId="Equation.DSMT4">
                  <p:embed/>
                  <p:pic>
                    <p:nvPicPr>
                      <p:cNvPr id="10" name="Object 9">
                        <a:extLst>
                          <a:ext uri="{FF2B5EF4-FFF2-40B4-BE49-F238E27FC236}">
                            <a16:creationId xmlns:a16="http://schemas.microsoft.com/office/drawing/2014/main" id="{C33E7E73-2BD0-48C6-A5D8-6A894B9BE4AE}"/>
                          </a:ext>
                        </a:extLst>
                      </p:cNvPr>
                      <p:cNvPicPr/>
                      <p:nvPr/>
                    </p:nvPicPr>
                    <p:blipFill>
                      <a:blip r:embed="rId3"/>
                      <a:stretch>
                        <a:fillRect/>
                      </a:stretch>
                    </p:blipFill>
                    <p:spPr>
                      <a:xfrm>
                        <a:off x="4959350" y="1733550"/>
                        <a:ext cx="2263775" cy="1222375"/>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9674B637-CCC0-4FA7-A476-63A0F4A9527D}"/>
              </a:ext>
            </a:extLst>
          </p:cNvPr>
          <p:cNvGraphicFramePr>
            <a:graphicFrameLocks noChangeAspect="1"/>
          </p:cNvGraphicFramePr>
          <p:nvPr>
            <p:extLst>
              <p:ext uri="{D42A27DB-BD31-4B8C-83A1-F6EECF244321}">
                <p14:modId xmlns:p14="http://schemas.microsoft.com/office/powerpoint/2010/main" val="3986501451"/>
              </p:ext>
            </p:extLst>
          </p:nvPr>
        </p:nvGraphicFramePr>
        <p:xfrm>
          <a:off x="1758956" y="3201988"/>
          <a:ext cx="4295775" cy="2914650"/>
        </p:xfrm>
        <a:graphic>
          <a:graphicData uri="http://schemas.openxmlformats.org/presentationml/2006/ole">
            <mc:AlternateContent xmlns:mc="http://schemas.openxmlformats.org/markup-compatibility/2006">
              <mc:Choice xmlns:v="urn:schemas-microsoft-com:vml" Requires="v">
                <p:oleObj name="Equation" r:id="rId4" imgW="2209680" imgH="1498320" progId="Equation.DSMT4">
                  <p:embed/>
                </p:oleObj>
              </mc:Choice>
              <mc:Fallback>
                <p:oleObj name="Equation" r:id="rId4" imgW="2209680" imgH="1498320" progId="Equation.DSMT4">
                  <p:embed/>
                  <p:pic>
                    <p:nvPicPr>
                      <p:cNvPr id="19" name="Object 18">
                        <a:extLst>
                          <a:ext uri="{FF2B5EF4-FFF2-40B4-BE49-F238E27FC236}">
                            <a16:creationId xmlns:a16="http://schemas.microsoft.com/office/drawing/2014/main" id="{9674B637-CCC0-4FA7-A476-63A0F4A9527D}"/>
                          </a:ext>
                        </a:extLst>
                      </p:cNvPr>
                      <p:cNvPicPr/>
                      <p:nvPr/>
                    </p:nvPicPr>
                    <p:blipFill>
                      <a:blip r:embed="rId5"/>
                      <a:stretch>
                        <a:fillRect/>
                      </a:stretch>
                    </p:blipFill>
                    <p:spPr>
                      <a:xfrm>
                        <a:off x="1758956" y="3201988"/>
                        <a:ext cx="4295775" cy="2914650"/>
                      </a:xfrm>
                      <a:prstGeom prst="rect">
                        <a:avLst/>
                      </a:prstGeom>
                    </p:spPr>
                  </p:pic>
                </p:oleObj>
              </mc:Fallback>
            </mc:AlternateContent>
          </a:graphicData>
        </a:graphic>
      </p:graphicFrame>
    </p:spTree>
    <p:extLst>
      <p:ext uri="{BB962C8B-B14F-4D97-AF65-F5344CB8AC3E}">
        <p14:creationId xmlns:p14="http://schemas.microsoft.com/office/powerpoint/2010/main" val="3094816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pPr algn="l"/>
            <a:r>
              <a:rPr lang="en-US" sz="2100"/>
              <a:t>2.1: Mô hình động cơ không đồng bộ trong không gian vector</a:t>
            </a:r>
          </a:p>
          <a:p>
            <a:pPr marL="342891" indent="-342891" algn="l">
              <a:buFont typeface="Wingdings" panose="05000000000000000000" pitchFamily="2" charset="2"/>
              <a:buChar char="v"/>
            </a:pPr>
            <a:r>
              <a:rPr lang="en-US" sz="2100"/>
              <a:t>Mối quan hệ giữa các đại lượng vector trên bệ tọa độ dq</a:t>
            </a:r>
          </a:p>
          <a:p>
            <a:pPr marL="800080" lvl="1" indent="-342891" algn="l">
              <a:buFont typeface="Wingdings" panose="05000000000000000000" pitchFamily="2" charset="2"/>
              <a:buChar char="§"/>
            </a:pPr>
            <a:r>
              <a:rPr lang="en-US"/>
              <a:t>Cho hệ tọa độ </a:t>
            </a:r>
            <a:r>
              <a:rPr lang="el-GR"/>
              <a:t>αβ</a:t>
            </a:r>
            <a:r>
              <a:rPr lang="en-US"/>
              <a:t> quay với tốc độ </a:t>
            </a:r>
            <a:r>
              <a:rPr lang="el-GR"/>
              <a:t>ω</a:t>
            </a:r>
            <a:r>
              <a:rPr lang="en-US" baseline="-25000"/>
              <a:t>s</a:t>
            </a:r>
            <a:r>
              <a:rPr lang="en-US"/>
              <a:t> ta được hệ tọa độ dq.</a:t>
            </a:r>
            <a:endParaRPr lang="en-US" baseline="-25000"/>
          </a:p>
          <a:p>
            <a:pPr marL="800080" lvl="1" indent="-342891" algn="l">
              <a:buFont typeface="Wingdings" panose="05000000000000000000" pitchFamily="2" charset="2"/>
              <a:buChar char="§"/>
            </a:pPr>
            <a:r>
              <a:rPr lang="en-US"/>
              <a:t>Chọn trục d trùng với vector từ thông rotor ta có</a:t>
            </a:r>
          </a:p>
        </p:txBody>
      </p:sp>
      <p:sp>
        <p:nvSpPr>
          <p:cNvPr id="3" name="Text Placeholder 2"/>
          <p:cNvSpPr>
            <a:spLocks noGrp="1"/>
          </p:cNvSpPr>
          <p:nvPr>
            <p:ph type="body" sz="quarter" idx="12"/>
          </p:nvPr>
        </p:nvSpPr>
        <p:spPr/>
        <p:txBody>
          <a:bodyPr vert="horz" lIns="91440" tIns="45720" rIns="91440" bIns="45720" rtlCol="0" anchor="t">
            <a:noAutofit/>
          </a:bodyPr>
          <a:lstStyle/>
          <a:p>
            <a:r>
              <a:rPr lang="en-US"/>
              <a:t>2</a:t>
            </a:r>
          </a:p>
        </p:txBody>
      </p:sp>
      <p:sp>
        <p:nvSpPr>
          <p:cNvPr id="4" name="Title 3"/>
          <p:cNvSpPr>
            <a:spLocks noGrp="1"/>
          </p:cNvSpPr>
          <p:nvPr>
            <p:ph type="title"/>
          </p:nvPr>
        </p:nvSpPr>
        <p:spPr/>
        <p:txBody>
          <a:bodyPr/>
          <a:lstStyle/>
          <a:p>
            <a:r>
              <a:rPr lang="en-US">
                <a:latin typeface="Arial"/>
                <a:cs typeface="Arial"/>
              </a:rPr>
              <a:t>Mô hình động cơ IM</a:t>
            </a:r>
            <a:endParaRPr lang="en-US"/>
          </a:p>
        </p:txBody>
      </p:sp>
      <p:sp>
        <p:nvSpPr>
          <p:cNvPr id="5" name="Slide Number Placeholder 4"/>
          <p:cNvSpPr>
            <a:spLocks noGrp="1"/>
          </p:cNvSpPr>
          <p:nvPr>
            <p:ph type="sldNum" sz="quarter" idx="4"/>
          </p:nvPr>
        </p:nvSpPr>
        <p:spPr/>
        <p:txBody>
          <a:bodyPr/>
          <a:lstStyle/>
          <a:p>
            <a:fld id="{C4AED997-7CB6-4654-8505-4D4C6D081CC6}" type="slidenum">
              <a:rPr lang="en-US" smtClean="0"/>
              <a:pPr/>
              <a:t>8</a:t>
            </a:fld>
            <a:endParaRPr lang="en-US"/>
          </a:p>
        </p:txBody>
      </p:sp>
      <p:graphicFrame>
        <p:nvGraphicFramePr>
          <p:cNvPr id="19" name="Object 18">
            <a:extLst>
              <a:ext uri="{FF2B5EF4-FFF2-40B4-BE49-F238E27FC236}">
                <a16:creationId xmlns:a16="http://schemas.microsoft.com/office/drawing/2014/main" id="{9674B637-CCC0-4FA7-A476-63A0F4A9527D}"/>
              </a:ext>
            </a:extLst>
          </p:cNvPr>
          <p:cNvGraphicFramePr>
            <a:graphicFrameLocks noChangeAspect="1"/>
          </p:cNvGraphicFramePr>
          <p:nvPr>
            <p:extLst>
              <p:ext uri="{D42A27DB-BD31-4B8C-83A1-F6EECF244321}">
                <p14:modId xmlns:p14="http://schemas.microsoft.com/office/powerpoint/2010/main" val="1375069172"/>
              </p:ext>
            </p:extLst>
          </p:nvPr>
        </p:nvGraphicFramePr>
        <p:xfrm>
          <a:off x="1190625" y="2695575"/>
          <a:ext cx="4648200" cy="3189288"/>
        </p:xfrm>
        <a:graphic>
          <a:graphicData uri="http://schemas.openxmlformats.org/presentationml/2006/ole">
            <mc:AlternateContent xmlns:mc="http://schemas.openxmlformats.org/markup-compatibility/2006">
              <mc:Choice xmlns:v="urn:schemas-microsoft-com:vml" Requires="v">
                <p:oleObj name="Equation" r:id="rId2" imgW="2184120" imgH="1498320" progId="Equation.DSMT4">
                  <p:embed/>
                </p:oleObj>
              </mc:Choice>
              <mc:Fallback>
                <p:oleObj name="Equation" r:id="rId2" imgW="2184120" imgH="1498320" progId="Equation.DSMT4">
                  <p:embed/>
                  <p:pic>
                    <p:nvPicPr>
                      <p:cNvPr id="19" name="Object 18">
                        <a:extLst>
                          <a:ext uri="{FF2B5EF4-FFF2-40B4-BE49-F238E27FC236}">
                            <a16:creationId xmlns:a16="http://schemas.microsoft.com/office/drawing/2014/main" id="{9674B637-CCC0-4FA7-A476-63A0F4A9527D}"/>
                          </a:ext>
                        </a:extLst>
                      </p:cNvPr>
                      <p:cNvPicPr/>
                      <p:nvPr/>
                    </p:nvPicPr>
                    <p:blipFill>
                      <a:blip r:embed="rId3"/>
                      <a:stretch>
                        <a:fillRect/>
                      </a:stretch>
                    </p:blipFill>
                    <p:spPr>
                      <a:xfrm>
                        <a:off x="1190625" y="2695575"/>
                        <a:ext cx="4648200" cy="3189288"/>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9E44454F-B566-4245-AF9C-B08912375022}"/>
              </a:ext>
            </a:extLst>
          </p:cNvPr>
          <p:cNvGraphicFramePr>
            <a:graphicFrameLocks noChangeAspect="1"/>
          </p:cNvGraphicFramePr>
          <p:nvPr>
            <p:extLst>
              <p:ext uri="{D42A27DB-BD31-4B8C-83A1-F6EECF244321}">
                <p14:modId xmlns:p14="http://schemas.microsoft.com/office/powerpoint/2010/main" val="3582133689"/>
              </p:ext>
            </p:extLst>
          </p:nvPr>
        </p:nvGraphicFramePr>
        <p:xfrm>
          <a:off x="6308725" y="3049588"/>
          <a:ext cx="615950" cy="379412"/>
        </p:xfrm>
        <a:graphic>
          <a:graphicData uri="http://schemas.openxmlformats.org/presentationml/2006/ole">
            <mc:AlternateContent xmlns:mc="http://schemas.openxmlformats.org/markup-compatibility/2006">
              <mc:Choice xmlns:v="urn:schemas-microsoft-com:vml" Requires="v">
                <p:oleObj name="Equation" r:id="rId4" imgW="330120" imgH="203040" progId="Equation.DSMT4">
                  <p:embed/>
                </p:oleObj>
              </mc:Choice>
              <mc:Fallback>
                <p:oleObj name="Equation" r:id="rId4" imgW="330120" imgH="203040" progId="Equation.DSMT4">
                  <p:embed/>
                  <p:pic>
                    <p:nvPicPr>
                      <p:cNvPr id="7" name="Object 6">
                        <a:extLst>
                          <a:ext uri="{FF2B5EF4-FFF2-40B4-BE49-F238E27FC236}">
                            <a16:creationId xmlns:a16="http://schemas.microsoft.com/office/drawing/2014/main" id="{9E44454F-B566-4245-AF9C-B08912375022}"/>
                          </a:ext>
                        </a:extLst>
                      </p:cNvPr>
                      <p:cNvPicPr/>
                      <p:nvPr/>
                    </p:nvPicPr>
                    <p:blipFill>
                      <a:blip r:embed="rId5"/>
                      <a:stretch>
                        <a:fillRect/>
                      </a:stretch>
                    </p:blipFill>
                    <p:spPr>
                      <a:xfrm>
                        <a:off x="6308725" y="3049588"/>
                        <a:ext cx="615950" cy="379412"/>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077F5856-795E-4D72-BD7E-D0AEF2FB3A8A}"/>
              </a:ext>
            </a:extLst>
          </p:cNvPr>
          <p:cNvGraphicFramePr>
            <a:graphicFrameLocks noChangeAspect="1"/>
          </p:cNvGraphicFramePr>
          <p:nvPr>
            <p:extLst>
              <p:ext uri="{D42A27DB-BD31-4B8C-83A1-F6EECF244321}">
                <p14:modId xmlns:p14="http://schemas.microsoft.com/office/powerpoint/2010/main" val="3937116410"/>
              </p:ext>
            </p:extLst>
          </p:nvPr>
        </p:nvGraphicFramePr>
        <p:xfrm>
          <a:off x="6308725" y="4078309"/>
          <a:ext cx="639763" cy="379413"/>
        </p:xfrm>
        <a:graphic>
          <a:graphicData uri="http://schemas.openxmlformats.org/presentationml/2006/ole">
            <mc:AlternateContent xmlns:mc="http://schemas.openxmlformats.org/markup-compatibility/2006">
              <mc:Choice xmlns:v="urn:schemas-microsoft-com:vml" Requires="v">
                <p:oleObj name="Equation" r:id="rId6" imgW="342720" imgH="203040" progId="Equation.DSMT4">
                  <p:embed/>
                </p:oleObj>
              </mc:Choice>
              <mc:Fallback>
                <p:oleObj name="Equation" r:id="rId6" imgW="342720" imgH="203040" progId="Equation.DSMT4">
                  <p:embed/>
                  <p:pic>
                    <p:nvPicPr>
                      <p:cNvPr id="11" name="Object 10">
                        <a:extLst>
                          <a:ext uri="{FF2B5EF4-FFF2-40B4-BE49-F238E27FC236}">
                            <a16:creationId xmlns:a16="http://schemas.microsoft.com/office/drawing/2014/main" id="{077F5856-795E-4D72-BD7E-D0AEF2FB3A8A}"/>
                          </a:ext>
                        </a:extLst>
                      </p:cNvPr>
                      <p:cNvPicPr/>
                      <p:nvPr/>
                    </p:nvPicPr>
                    <p:blipFill>
                      <a:blip r:embed="rId7"/>
                      <a:stretch>
                        <a:fillRect/>
                      </a:stretch>
                    </p:blipFill>
                    <p:spPr>
                      <a:xfrm>
                        <a:off x="6308725" y="4078309"/>
                        <a:ext cx="639763" cy="379413"/>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28480D4B-6EAD-4EBE-9EAC-BB21DBE55BA0}"/>
              </a:ext>
            </a:extLst>
          </p:cNvPr>
          <p:cNvGraphicFramePr>
            <a:graphicFrameLocks noChangeAspect="1"/>
          </p:cNvGraphicFramePr>
          <p:nvPr>
            <p:extLst>
              <p:ext uri="{D42A27DB-BD31-4B8C-83A1-F6EECF244321}">
                <p14:modId xmlns:p14="http://schemas.microsoft.com/office/powerpoint/2010/main" val="2548178135"/>
              </p:ext>
            </p:extLst>
          </p:nvPr>
        </p:nvGraphicFramePr>
        <p:xfrm>
          <a:off x="6283325" y="4789549"/>
          <a:ext cx="641350" cy="377825"/>
        </p:xfrm>
        <a:graphic>
          <a:graphicData uri="http://schemas.openxmlformats.org/presentationml/2006/ole">
            <mc:AlternateContent xmlns:mc="http://schemas.openxmlformats.org/markup-compatibility/2006">
              <mc:Choice xmlns:v="urn:schemas-microsoft-com:vml" Requires="v">
                <p:oleObj name="Equation" r:id="rId8" imgW="342720" imgH="203040" progId="Equation.DSMT4">
                  <p:embed/>
                </p:oleObj>
              </mc:Choice>
              <mc:Fallback>
                <p:oleObj name="Equation" r:id="rId8" imgW="342720" imgH="203040" progId="Equation.DSMT4">
                  <p:embed/>
                  <p:pic>
                    <p:nvPicPr>
                      <p:cNvPr id="12" name="Object 11">
                        <a:extLst>
                          <a:ext uri="{FF2B5EF4-FFF2-40B4-BE49-F238E27FC236}">
                            <a16:creationId xmlns:a16="http://schemas.microsoft.com/office/drawing/2014/main" id="{28480D4B-6EAD-4EBE-9EAC-BB21DBE55BA0}"/>
                          </a:ext>
                        </a:extLst>
                      </p:cNvPr>
                      <p:cNvPicPr/>
                      <p:nvPr/>
                    </p:nvPicPr>
                    <p:blipFill>
                      <a:blip r:embed="rId9"/>
                      <a:stretch>
                        <a:fillRect/>
                      </a:stretch>
                    </p:blipFill>
                    <p:spPr>
                      <a:xfrm>
                        <a:off x="6283325" y="4789549"/>
                        <a:ext cx="641350" cy="377825"/>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2D71967D-9879-4D70-9CFC-5CBDF8A21522}"/>
              </a:ext>
            </a:extLst>
          </p:cNvPr>
          <p:cNvGraphicFramePr>
            <a:graphicFrameLocks noChangeAspect="1"/>
          </p:cNvGraphicFramePr>
          <p:nvPr>
            <p:extLst>
              <p:ext uri="{D42A27DB-BD31-4B8C-83A1-F6EECF244321}">
                <p14:modId xmlns:p14="http://schemas.microsoft.com/office/powerpoint/2010/main" val="2015090136"/>
              </p:ext>
            </p:extLst>
          </p:nvPr>
        </p:nvGraphicFramePr>
        <p:xfrm>
          <a:off x="6308725" y="5440446"/>
          <a:ext cx="641350" cy="377825"/>
        </p:xfrm>
        <a:graphic>
          <a:graphicData uri="http://schemas.openxmlformats.org/presentationml/2006/ole">
            <mc:AlternateContent xmlns:mc="http://schemas.openxmlformats.org/markup-compatibility/2006">
              <mc:Choice xmlns:v="urn:schemas-microsoft-com:vml" Requires="v">
                <p:oleObj name="Equation" r:id="rId10" imgW="342720" imgH="203040" progId="Equation.DSMT4">
                  <p:embed/>
                </p:oleObj>
              </mc:Choice>
              <mc:Fallback>
                <p:oleObj name="Equation" r:id="rId10" imgW="342720" imgH="203040" progId="Equation.DSMT4">
                  <p:embed/>
                  <p:pic>
                    <p:nvPicPr>
                      <p:cNvPr id="13" name="Object 12">
                        <a:extLst>
                          <a:ext uri="{FF2B5EF4-FFF2-40B4-BE49-F238E27FC236}">
                            <a16:creationId xmlns:a16="http://schemas.microsoft.com/office/drawing/2014/main" id="{2D71967D-9879-4D70-9CFC-5CBDF8A21522}"/>
                          </a:ext>
                        </a:extLst>
                      </p:cNvPr>
                      <p:cNvPicPr/>
                      <p:nvPr/>
                    </p:nvPicPr>
                    <p:blipFill>
                      <a:blip r:embed="rId11"/>
                      <a:stretch>
                        <a:fillRect/>
                      </a:stretch>
                    </p:blipFill>
                    <p:spPr>
                      <a:xfrm>
                        <a:off x="6308725" y="5440446"/>
                        <a:ext cx="641350" cy="377825"/>
                      </a:xfrm>
                      <a:prstGeom prst="rect">
                        <a:avLst/>
                      </a:prstGeom>
                    </p:spPr>
                  </p:pic>
                </p:oleObj>
              </mc:Fallback>
            </mc:AlternateContent>
          </a:graphicData>
        </a:graphic>
      </p:graphicFrame>
    </p:spTree>
    <p:extLst>
      <p:ext uri="{BB962C8B-B14F-4D97-AF65-F5344CB8AC3E}">
        <p14:creationId xmlns:p14="http://schemas.microsoft.com/office/powerpoint/2010/main" val="2569172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pPr algn="l"/>
            <a:r>
              <a:rPr lang="en-US" sz="2100"/>
              <a:t>2.1: Mô hình động cơ không đồng bộ trong không gian vector</a:t>
            </a:r>
          </a:p>
          <a:p>
            <a:pPr marL="342900" indent="-342900" algn="l">
              <a:buFont typeface="Wingdings" panose="05000000000000000000" pitchFamily="2" charset="2"/>
              <a:buChar char="v"/>
            </a:pPr>
            <a:r>
              <a:rPr lang="en-US" sz="2100"/>
              <a:t>Từ (3) và (4) ta rút ra được</a:t>
            </a:r>
          </a:p>
          <a:p>
            <a:pPr algn="l"/>
            <a:endParaRPr lang="en-US" sz="2100"/>
          </a:p>
          <a:p>
            <a:pPr algn="l"/>
            <a:endParaRPr lang="en-US" sz="2100"/>
          </a:p>
          <a:p>
            <a:pPr marL="342900" indent="-342900" algn="l">
              <a:buFont typeface="Wingdings" panose="05000000000000000000" pitchFamily="2" charset="2"/>
              <a:buChar char="v"/>
            </a:pPr>
            <a:r>
              <a:rPr lang="en-US" sz="2100"/>
              <a:t>Từ đó ta rút ra được hệ phương trình sau:</a:t>
            </a:r>
          </a:p>
        </p:txBody>
      </p:sp>
      <p:sp>
        <p:nvSpPr>
          <p:cNvPr id="3" name="Text Placeholder 2"/>
          <p:cNvSpPr>
            <a:spLocks noGrp="1"/>
          </p:cNvSpPr>
          <p:nvPr>
            <p:ph type="body" sz="quarter" idx="12"/>
          </p:nvPr>
        </p:nvSpPr>
        <p:spPr/>
        <p:txBody>
          <a:bodyPr vert="horz" lIns="91440" tIns="45720" rIns="91440" bIns="45720" rtlCol="0" anchor="t">
            <a:noAutofit/>
          </a:bodyPr>
          <a:lstStyle/>
          <a:p>
            <a:r>
              <a:rPr lang="en-US"/>
              <a:t>2</a:t>
            </a:r>
          </a:p>
        </p:txBody>
      </p:sp>
      <p:sp>
        <p:nvSpPr>
          <p:cNvPr id="4" name="Title 3"/>
          <p:cNvSpPr>
            <a:spLocks noGrp="1"/>
          </p:cNvSpPr>
          <p:nvPr>
            <p:ph type="title"/>
          </p:nvPr>
        </p:nvSpPr>
        <p:spPr/>
        <p:txBody>
          <a:bodyPr/>
          <a:lstStyle/>
          <a:p>
            <a:r>
              <a:rPr lang="en-US">
                <a:latin typeface="Arial"/>
                <a:cs typeface="Arial"/>
              </a:rPr>
              <a:t>Mô hình động cơ IM</a:t>
            </a:r>
            <a:endParaRPr lang="en-US"/>
          </a:p>
        </p:txBody>
      </p:sp>
      <p:sp>
        <p:nvSpPr>
          <p:cNvPr id="5" name="Slide Number Placeholder 4"/>
          <p:cNvSpPr>
            <a:spLocks noGrp="1"/>
          </p:cNvSpPr>
          <p:nvPr>
            <p:ph type="sldNum" sz="quarter" idx="4"/>
          </p:nvPr>
        </p:nvSpPr>
        <p:spPr/>
        <p:txBody>
          <a:bodyPr/>
          <a:lstStyle/>
          <a:p>
            <a:fld id="{C4AED997-7CB6-4654-8505-4D4C6D081CC6}" type="slidenum">
              <a:rPr lang="en-US" smtClean="0"/>
              <a:pPr/>
              <a:t>9</a:t>
            </a:fld>
            <a:endParaRPr lang="en-US"/>
          </a:p>
        </p:txBody>
      </p:sp>
      <p:graphicFrame>
        <p:nvGraphicFramePr>
          <p:cNvPr id="6" name="Object 5">
            <a:extLst>
              <a:ext uri="{FF2B5EF4-FFF2-40B4-BE49-F238E27FC236}">
                <a16:creationId xmlns:a16="http://schemas.microsoft.com/office/drawing/2014/main" id="{5DB4912F-F1CE-46FD-AA80-236D1650A8D0}"/>
              </a:ext>
            </a:extLst>
          </p:cNvPr>
          <p:cNvGraphicFramePr>
            <a:graphicFrameLocks noChangeAspect="1"/>
          </p:cNvGraphicFramePr>
          <p:nvPr>
            <p:extLst>
              <p:ext uri="{D42A27DB-BD31-4B8C-83A1-F6EECF244321}">
                <p14:modId xmlns:p14="http://schemas.microsoft.com/office/powerpoint/2010/main" val="1175949508"/>
              </p:ext>
            </p:extLst>
          </p:nvPr>
        </p:nvGraphicFramePr>
        <p:xfrm>
          <a:off x="855590" y="1763485"/>
          <a:ext cx="2387049" cy="744584"/>
        </p:xfrm>
        <a:graphic>
          <a:graphicData uri="http://schemas.openxmlformats.org/presentationml/2006/ole">
            <mc:AlternateContent xmlns:mc="http://schemas.openxmlformats.org/markup-compatibility/2006">
              <mc:Choice xmlns:v="urn:schemas-microsoft-com:vml" Requires="v">
                <p:oleObj name="Equation" r:id="rId2" imgW="1384200" imgH="431640" progId="Equation.DSMT4">
                  <p:embed/>
                </p:oleObj>
              </mc:Choice>
              <mc:Fallback>
                <p:oleObj name="Equation" r:id="rId2" imgW="1384200" imgH="431640" progId="Equation.DSMT4">
                  <p:embed/>
                  <p:pic>
                    <p:nvPicPr>
                      <p:cNvPr id="6" name="Object 5">
                        <a:extLst>
                          <a:ext uri="{FF2B5EF4-FFF2-40B4-BE49-F238E27FC236}">
                            <a16:creationId xmlns:a16="http://schemas.microsoft.com/office/drawing/2014/main" id="{5DB4912F-F1CE-46FD-AA80-236D1650A8D0}"/>
                          </a:ext>
                        </a:extLst>
                      </p:cNvPr>
                      <p:cNvPicPr/>
                      <p:nvPr/>
                    </p:nvPicPr>
                    <p:blipFill>
                      <a:blip r:embed="rId3"/>
                      <a:stretch>
                        <a:fillRect/>
                      </a:stretch>
                    </p:blipFill>
                    <p:spPr>
                      <a:xfrm>
                        <a:off x="855590" y="1763485"/>
                        <a:ext cx="2387049" cy="744584"/>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A0C9F916-4BCF-470C-8477-9D03314D9BF5}"/>
              </a:ext>
            </a:extLst>
          </p:cNvPr>
          <p:cNvGraphicFramePr>
            <a:graphicFrameLocks noChangeAspect="1"/>
          </p:cNvGraphicFramePr>
          <p:nvPr>
            <p:extLst>
              <p:ext uri="{D42A27DB-BD31-4B8C-83A1-F6EECF244321}">
                <p14:modId xmlns:p14="http://schemas.microsoft.com/office/powerpoint/2010/main" val="331788166"/>
              </p:ext>
            </p:extLst>
          </p:nvPr>
        </p:nvGraphicFramePr>
        <p:xfrm>
          <a:off x="3763559" y="1751607"/>
          <a:ext cx="3381829" cy="756462"/>
        </p:xfrm>
        <a:graphic>
          <a:graphicData uri="http://schemas.openxmlformats.org/presentationml/2006/ole">
            <mc:AlternateContent xmlns:mc="http://schemas.openxmlformats.org/markup-compatibility/2006">
              <mc:Choice xmlns:v="urn:schemas-microsoft-com:vml" Requires="v">
                <p:oleObj name="Equation" r:id="rId4" imgW="1930320" imgH="431640" progId="Equation.DSMT4">
                  <p:embed/>
                </p:oleObj>
              </mc:Choice>
              <mc:Fallback>
                <p:oleObj name="Equation" r:id="rId4" imgW="1930320" imgH="431640" progId="Equation.DSMT4">
                  <p:embed/>
                  <p:pic>
                    <p:nvPicPr>
                      <p:cNvPr id="7" name="Object 6">
                        <a:extLst>
                          <a:ext uri="{FF2B5EF4-FFF2-40B4-BE49-F238E27FC236}">
                            <a16:creationId xmlns:a16="http://schemas.microsoft.com/office/drawing/2014/main" id="{A0C9F916-4BCF-470C-8477-9D03314D9BF5}"/>
                          </a:ext>
                        </a:extLst>
                      </p:cNvPr>
                      <p:cNvPicPr/>
                      <p:nvPr/>
                    </p:nvPicPr>
                    <p:blipFill>
                      <a:blip r:embed="rId5"/>
                      <a:stretch>
                        <a:fillRect/>
                      </a:stretch>
                    </p:blipFill>
                    <p:spPr>
                      <a:xfrm>
                        <a:off x="3763559" y="1751607"/>
                        <a:ext cx="3381829" cy="756462"/>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8D66CD4E-B824-42E7-9049-DD2670C3FD97}"/>
              </a:ext>
            </a:extLst>
          </p:cNvPr>
          <p:cNvGraphicFramePr>
            <a:graphicFrameLocks noChangeAspect="1"/>
          </p:cNvGraphicFramePr>
          <p:nvPr>
            <p:extLst>
              <p:ext uri="{D42A27DB-BD31-4B8C-83A1-F6EECF244321}">
                <p14:modId xmlns:p14="http://schemas.microsoft.com/office/powerpoint/2010/main" val="1860059597"/>
              </p:ext>
            </p:extLst>
          </p:nvPr>
        </p:nvGraphicFramePr>
        <p:xfrm>
          <a:off x="598488" y="3062288"/>
          <a:ext cx="7288212" cy="3173412"/>
        </p:xfrm>
        <a:graphic>
          <a:graphicData uri="http://schemas.openxmlformats.org/presentationml/2006/ole">
            <mc:AlternateContent xmlns:mc="http://schemas.openxmlformats.org/markup-compatibility/2006">
              <mc:Choice xmlns:v="urn:schemas-microsoft-com:vml" Requires="v">
                <p:oleObj name="Equation" r:id="rId6" imgW="4317840" imgH="1879560" progId="Equation.DSMT4">
                  <p:embed/>
                </p:oleObj>
              </mc:Choice>
              <mc:Fallback>
                <p:oleObj name="Equation" r:id="rId6" imgW="4317840" imgH="1879560" progId="Equation.DSMT4">
                  <p:embed/>
                  <p:pic>
                    <p:nvPicPr>
                      <p:cNvPr id="8" name="Object 7">
                        <a:extLst>
                          <a:ext uri="{FF2B5EF4-FFF2-40B4-BE49-F238E27FC236}">
                            <a16:creationId xmlns:a16="http://schemas.microsoft.com/office/drawing/2014/main" id="{8D66CD4E-B824-42E7-9049-DD2670C3FD97}"/>
                          </a:ext>
                        </a:extLst>
                      </p:cNvPr>
                      <p:cNvPicPr/>
                      <p:nvPr/>
                    </p:nvPicPr>
                    <p:blipFill>
                      <a:blip r:embed="rId7"/>
                      <a:stretch>
                        <a:fillRect/>
                      </a:stretch>
                    </p:blipFill>
                    <p:spPr>
                      <a:xfrm>
                        <a:off x="598488" y="3062288"/>
                        <a:ext cx="7288212" cy="3173412"/>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008CECD2-F058-45E6-B39A-9D4CB6F22AB4}"/>
              </a:ext>
            </a:extLst>
          </p:cNvPr>
          <p:cNvGraphicFramePr>
            <a:graphicFrameLocks noChangeAspect="1"/>
          </p:cNvGraphicFramePr>
          <p:nvPr>
            <p:extLst>
              <p:ext uri="{D42A27DB-BD31-4B8C-83A1-F6EECF244321}">
                <p14:modId xmlns:p14="http://schemas.microsoft.com/office/powerpoint/2010/main" val="3242314662"/>
              </p:ext>
            </p:extLst>
          </p:nvPr>
        </p:nvGraphicFramePr>
        <p:xfrm>
          <a:off x="5172002" y="4818114"/>
          <a:ext cx="2971800" cy="1238250"/>
        </p:xfrm>
        <a:graphic>
          <a:graphicData uri="http://schemas.openxmlformats.org/presentationml/2006/ole">
            <mc:AlternateContent xmlns:mc="http://schemas.openxmlformats.org/markup-compatibility/2006">
              <mc:Choice xmlns:v="urn:schemas-microsoft-com:vml" Requires="v">
                <p:oleObj name="Equation" r:id="rId8" imgW="2971863" imgH="1237652" progId="Equation.DSMT4">
                  <p:embed/>
                </p:oleObj>
              </mc:Choice>
              <mc:Fallback>
                <p:oleObj name="Equation" r:id="rId8" imgW="2971863" imgH="1237652" progId="Equation.DSMT4">
                  <p:embed/>
                  <p:pic>
                    <p:nvPicPr>
                      <p:cNvPr id="0" name=""/>
                      <p:cNvPicPr/>
                      <p:nvPr/>
                    </p:nvPicPr>
                    <p:blipFill>
                      <a:blip r:embed="rId9"/>
                      <a:stretch>
                        <a:fillRect/>
                      </a:stretch>
                    </p:blipFill>
                    <p:spPr>
                      <a:xfrm>
                        <a:off x="5172002" y="4818114"/>
                        <a:ext cx="2971800" cy="1238250"/>
                      </a:xfrm>
                      <a:prstGeom prst="rect">
                        <a:avLst/>
                      </a:prstGeom>
                    </p:spPr>
                  </p:pic>
                </p:oleObj>
              </mc:Fallback>
            </mc:AlternateContent>
          </a:graphicData>
        </a:graphic>
      </p:graphicFrame>
    </p:spTree>
    <p:extLst>
      <p:ext uri="{BB962C8B-B14F-4D97-AF65-F5344CB8AC3E}">
        <p14:creationId xmlns:p14="http://schemas.microsoft.com/office/powerpoint/2010/main" val="2505590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vert="horz" lIns="91440" tIns="45720" rIns="91440" bIns="45720" rtlCol="0" anchor="t">
            <a:noAutofit/>
          </a:bodyPr>
          <a:lstStyle/>
          <a:p>
            <a:r>
              <a:rPr lang="en-US"/>
              <a:t>2</a:t>
            </a:r>
          </a:p>
        </p:txBody>
      </p:sp>
      <p:sp>
        <p:nvSpPr>
          <p:cNvPr id="4" name="Title 3"/>
          <p:cNvSpPr>
            <a:spLocks noGrp="1"/>
          </p:cNvSpPr>
          <p:nvPr>
            <p:ph type="title"/>
          </p:nvPr>
        </p:nvSpPr>
        <p:spPr/>
        <p:txBody>
          <a:bodyPr/>
          <a:lstStyle/>
          <a:p>
            <a:r>
              <a:rPr lang="en-US">
                <a:latin typeface="Arial"/>
                <a:cs typeface="Arial"/>
              </a:rPr>
              <a:t>Mô hình động cơ IM</a:t>
            </a:r>
            <a:endParaRPr lang="en-US"/>
          </a:p>
        </p:txBody>
      </p:sp>
      <p:sp>
        <p:nvSpPr>
          <p:cNvPr id="5" name="Slide Number Placeholder 4"/>
          <p:cNvSpPr>
            <a:spLocks noGrp="1"/>
          </p:cNvSpPr>
          <p:nvPr>
            <p:ph type="sldNum" sz="quarter" idx="4"/>
          </p:nvPr>
        </p:nvSpPr>
        <p:spPr/>
        <p:txBody>
          <a:bodyPr/>
          <a:lstStyle/>
          <a:p>
            <a:fld id="{C4AED997-7CB6-4654-8505-4D4C6D081CC6}" type="slidenum">
              <a:rPr lang="en-US" smtClean="0"/>
              <a:pPr/>
              <a:t>10</a:t>
            </a:fld>
            <a:endParaRPr lang="en-US"/>
          </a:p>
        </p:txBody>
      </p:sp>
      <p:pic>
        <p:nvPicPr>
          <p:cNvPr id="12" name="Picture 11">
            <a:extLst>
              <a:ext uri="{FF2B5EF4-FFF2-40B4-BE49-F238E27FC236}">
                <a16:creationId xmlns:a16="http://schemas.microsoft.com/office/drawing/2014/main" id="{DDF96273-DD66-4C5F-AFA7-0B71907A9A8C}"/>
              </a:ext>
            </a:extLst>
          </p:cNvPr>
          <p:cNvPicPr>
            <a:picLocks noChangeAspect="1"/>
          </p:cNvPicPr>
          <p:nvPr/>
        </p:nvPicPr>
        <p:blipFill>
          <a:blip r:embed="rId2"/>
          <a:stretch>
            <a:fillRect/>
          </a:stretch>
        </p:blipFill>
        <p:spPr>
          <a:xfrm>
            <a:off x="276225" y="1496949"/>
            <a:ext cx="8591550" cy="3864102"/>
          </a:xfrm>
          <a:prstGeom prst="rect">
            <a:avLst/>
          </a:prstGeom>
        </p:spPr>
      </p:pic>
      <p:sp>
        <p:nvSpPr>
          <p:cNvPr id="13" name="TextBox 12">
            <a:extLst>
              <a:ext uri="{FF2B5EF4-FFF2-40B4-BE49-F238E27FC236}">
                <a16:creationId xmlns:a16="http://schemas.microsoft.com/office/drawing/2014/main" id="{3A413B1E-3E72-47C9-BA9E-0B21DCFD254C}"/>
              </a:ext>
            </a:extLst>
          </p:cNvPr>
          <p:cNvSpPr txBox="1"/>
          <p:nvPr/>
        </p:nvSpPr>
        <p:spPr>
          <a:xfrm>
            <a:off x="1511348" y="5566075"/>
            <a:ext cx="6506633" cy="369332"/>
          </a:xfrm>
          <a:prstGeom prst="rect">
            <a:avLst/>
          </a:prstGeom>
          <a:noFill/>
        </p:spPr>
        <p:txBody>
          <a:bodyPr wrap="square" rtlCol="0">
            <a:spAutoFit/>
          </a:bodyPr>
          <a:lstStyle/>
          <a:p>
            <a:r>
              <a:rPr lang="en-US" i="1" dirty="0" err="1">
                <a:solidFill>
                  <a:schemeClr val="accent1">
                    <a:lumMod val="50000"/>
                  </a:schemeClr>
                </a:solidFill>
              </a:rPr>
              <a:t>Mô</a:t>
            </a:r>
            <a:r>
              <a:rPr lang="en-US" i="1" dirty="0">
                <a:solidFill>
                  <a:schemeClr val="accent1">
                    <a:lumMod val="50000"/>
                  </a:schemeClr>
                </a:solidFill>
              </a:rPr>
              <a:t> </a:t>
            </a:r>
            <a:r>
              <a:rPr lang="en-US" i="1" dirty="0" err="1">
                <a:solidFill>
                  <a:schemeClr val="accent1">
                    <a:lumMod val="50000"/>
                  </a:schemeClr>
                </a:solidFill>
              </a:rPr>
              <a:t>hình</a:t>
            </a:r>
            <a:r>
              <a:rPr lang="en-US" i="1" dirty="0">
                <a:solidFill>
                  <a:schemeClr val="accent1">
                    <a:lumMod val="50000"/>
                  </a:schemeClr>
                </a:solidFill>
              </a:rPr>
              <a:t> </a:t>
            </a:r>
            <a:r>
              <a:rPr lang="en-US" i="1" dirty="0" err="1">
                <a:solidFill>
                  <a:schemeClr val="accent1">
                    <a:lumMod val="50000"/>
                  </a:schemeClr>
                </a:solidFill>
              </a:rPr>
              <a:t>động</a:t>
            </a:r>
            <a:r>
              <a:rPr lang="en-US" i="1" dirty="0">
                <a:solidFill>
                  <a:schemeClr val="accent1">
                    <a:lumMod val="50000"/>
                  </a:schemeClr>
                </a:solidFill>
              </a:rPr>
              <a:t> </a:t>
            </a:r>
            <a:r>
              <a:rPr lang="en-US" i="1" dirty="0" err="1">
                <a:solidFill>
                  <a:schemeClr val="accent1">
                    <a:lumMod val="50000"/>
                  </a:schemeClr>
                </a:solidFill>
              </a:rPr>
              <a:t>cơ</a:t>
            </a:r>
            <a:r>
              <a:rPr lang="en-US" i="1" dirty="0">
                <a:solidFill>
                  <a:schemeClr val="accent1">
                    <a:lumMod val="50000"/>
                  </a:schemeClr>
                </a:solidFill>
              </a:rPr>
              <a:t> IM </a:t>
            </a:r>
            <a:r>
              <a:rPr lang="en-US" i="1" dirty="0" err="1">
                <a:solidFill>
                  <a:schemeClr val="accent1">
                    <a:lumMod val="50000"/>
                  </a:schemeClr>
                </a:solidFill>
              </a:rPr>
              <a:t>trên</a:t>
            </a:r>
            <a:r>
              <a:rPr lang="en-US" i="1" dirty="0">
                <a:solidFill>
                  <a:schemeClr val="accent1">
                    <a:lumMod val="50000"/>
                  </a:schemeClr>
                </a:solidFill>
              </a:rPr>
              <a:t> </a:t>
            </a:r>
            <a:r>
              <a:rPr lang="en-US" i="1" dirty="0" err="1">
                <a:solidFill>
                  <a:schemeClr val="accent1">
                    <a:lumMod val="50000"/>
                  </a:schemeClr>
                </a:solidFill>
              </a:rPr>
              <a:t>hệ</a:t>
            </a:r>
            <a:r>
              <a:rPr lang="en-US" i="1" dirty="0">
                <a:solidFill>
                  <a:schemeClr val="accent1">
                    <a:lumMod val="50000"/>
                  </a:schemeClr>
                </a:solidFill>
              </a:rPr>
              <a:t> </a:t>
            </a:r>
            <a:r>
              <a:rPr lang="en-US" i="1" dirty="0" err="1">
                <a:solidFill>
                  <a:schemeClr val="accent1">
                    <a:lumMod val="50000"/>
                  </a:schemeClr>
                </a:solidFill>
              </a:rPr>
              <a:t>tọa</a:t>
            </a:r>
            <a:r>
              <a:rPr lang="en-US" i="1" dirty="0">
                <a:solidFill>
                  <a:schemeClr val="accent1">
                    <a:lumMod val="50000"/>
                  </a:schemeClr>
                </a:solidFill>
              </a:rPr>
              <a:t> </a:t>
            </a:r>
            <a:r>
              <a:rPr lang="en-US" i="1" dirty="0" err="1">
                <a:solidFill>
                  <a:schemeClr val="accent1">
                    <a:lumMod val="50000"/>
                  </a:schemeClr>
                </a:solidFill>
              </a:rPr>
              <a:t>độ</a:t>
            </a:r>
            <a:r>
              <a:rPr lang="en-US" i="1" dirty="0">
                <a:solidFill>
                  <a:schemeClr val="accent1">
                    <a:lumMod val="50000"/>
                  </a:schemeClr>
                </a:solidFill>
              </a:rPr>
              <a:t> quay </a:t>
            </a:r>
            <a:r>
              <a:rPr lang="en-US" i="1" dirty="0" err="1">
                <a:solidFill>
                  <a:schemeClr val="accent1">
                    <a:lumMod val="50000"/>
                  </a:schemeClr>
                </a:solidFill>
              </a:rPr>
              <a:t>dq</a:t>
            </a:r>
            <a:endParaRPr lang="en-US" i="1" dirty="0">
              <a:solidFill>
                <a:schemeClr val="accent1">
                  <a:lumMod val="50000"/>
                </a:schemeClr>
              </a:solidFill>
            </a:endParaRPr>
          </a:p>
        </p:txBody>
      </p:sp>
    </p:spTree>
    <p:extLst>
      <p:ext uri="{BB962C8B-B14F-4D97-AF65-F5344CB8AC3E}">
        <p14:creationId xmlns:p14="http://schemas.microsoft.com/office/powerpoint/2010/main" val="2100406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50E6412-61DD-4003-A155-FA0CC19E4F52}"/>
              </a:ext>
            </a:extLst>
          </p:cNvPr>
          <p:cNvSpPr>
            <a:spLocks noGrp="1"/>
          </p:cNvSpPr>
          <p:nvPr>
            <p:ph type="subTitle" idx="1"/>
          </p:nvPr>
        </p:nvSpPr>
        <p:spPr/>
        <p:txBody>
          <a:bodyPr>
            <a:normAutofit/>
          </a:bodyPr>
          <a:lstStyle/>
          <a:p>
            <a:pPr algn="l"/>
            <a:r>
              <a:rPr lang="en-US" sz="2000"/>
              <a:t>3.1: Phương pháp điểu khiển vector tựa từ thông rotor (FOC)</a:t>
            </a:r>
          </a:p>
          <a:p>
            <a:pPr marL="342900" indent="-342900" algn="l">
              <a:buFont typeface="Wingdings" panose="05000000000000000000" pitchFamily="2" charset="2"/>
              <a:buChar char="v"/>
            </a:pPr>
            <a:r>
              <a:rPr lang="en-US" sz="2000"/>
              <a:t>Khi động cơ hoạt động ở chế độ xác lập, các vector từ thông, điện áp, dòng điện đều quay với tốc độ </a:t>
            </a:r>
            <a:r>
              <a:rPr lang="el-GR" sz="2000"/>
              <a:t>ω</a:t>
            </a:r>
            <a:r>
              <a:rPr lang="en-US" sz="2000" baseline="-25000"/>
              <a:t>s</a:t>
            </a:r>
            <a:r>
              <a:rPr lang="en-US" sz="2000"/>
              <a:t>. Vì vậy các thành phần chiếu lên 2 trục d và q là các thành phần 1 chiều.</a:t>
            </a:r>
          </a:p>
          <a:p>
            <a:pPr marL="342900" indent="-342900" algn="l">
              <a:buFont typeface="Wingdings" panose="05000000000000000000" pitchFamily="2" charset="2"/>
              <a:buChar char="v"/>
            </a:pPr>
            <a:r>
              <a:rPr lang="en-US" sz="2000"/>
              <a:t>Nếu chọn trục d trùng với trục từ thông rotor thì ta sẽ thu được các kết quả sau:</a:t>
            </a:r>
          </a:p>
          <a:p>
            <a:pPr algn="l"/>
            <a:endParaRPr lang="en-US" sz="2000"/>
          </a:p>
          <a:p>
            <a:pPr marL="800100" lvl="1" indent="-342900" algn="l">
              <a:buFont typeface="Arial" panose="020B0604020202020204" pitchFamily="34" charset="0"/>
              <a:buChar char="•"/>
            </a:pPr>
            <a:r>
              <a:rPr lang="en-US"/>
              <a:t>Momen động cơ</a:t>
            </a:r>
          </a:p>
          <a:p>
            <a:pPr marL="800100" lvl="1" indent="-342900" algn="l">
              <a:buFont typeface="Arial" panose="020B0604020202020204" pitchFamily="34" charset="0"/>
              <a:buChar char="•"/>
            </a:pPr>
            <a:endParaRPr lang="en-US"/>
          </a:p>
          <a:p>
            <a:pPr marL="800100" lvl="1" indent="-342900" algn="l">
              <a:buFont typeface="Arial" panose="020B0604020202020204" pitchFamily="34" charset="0"/>
              <a:buChar char="•"/>
            </a:pPr>
            <a:endParaRPr lang="en-US"/>
          </a:p>
          <a:p>
            <a:pPr marL="342900" indent="-342900" algn="l">
              <a:buFont typeface="Wingdings" panose="05000000000000000000" pitchFamily="2" charset="2"/>
              <a:buChar char="v"/>
            </a:pPr>
            <a:r>
              <a:rPr lang="en-US" sz="2000"/>
              <a:t>Nhận xét: Nếu ta giữ được biện độ vector từ thông rotor không đổi thì momen của động cơ chỉ phụ thuộc vào i</a:t>
            </a:r>
            <a:r>
              <a:rPr lang="en-US" sz="2000" baseline="-25000"/>
              <a:t>sd</a:t>
            </a:r>
            <a:r>
              <a:rPr lang="en-US" sz="2000"/>
              <a:t>.</a:t>
            </a:r>
          </a:p>
          <a:p>
            <a:pPr marL="342900" indent="-342900" algn="l">
              <a:buFont typeface="Wingdings" panose="05000000000000000000" pitchFamily="2" charset="2"/>
              <a:buChar char="v"/>
            </a:pPr>
            <a:r>
              <a:rPr lang="en-US" sz="2000"/>
              <a:t>Sử dụng phương pháp Tustin để tính toán các bộ điều khiển trên miền rời rạc.</a:t>
            </a:r>
          </a:p>
        </p:txBody>
      </p:sp>
      <p:sp>
        <p:nvSpPr>
          <p:cNvPr id="3" name="Text Placeholder 2">
            <a:extLst>
              <a:ext uri="{FF2B5EF4-FFF2-40B4-BE49-F238E27FC236}">
                <a16:creationId xmlns:a16="http://schemas.microsoft.com/office/drawing/2014/main" id="{4A9BEAE0-D3A8-4D33-9147-614FD24E8B9B}"/>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A2068223-96A5-40E0-8CF9-F400775948CF}"/>
              </a:ext>
            </a:extLst>
          </p:cNvPr>
          <p:cNvSpPr>
            <a:spLocks noGrp="1"/>
          </p:cNvSpPr>
          <p:nvPr>
            <p:ph type="title"/>
          </p:nvPr>
        </p:nvSpPr>
        <p:spPr/>
        <p:txBody>
          <a:bodyPr/>
          <a:lstStyle/>
          <a:p>
            <a:r>
              <a:rPr lang="en-US"/>
              <a:t>Phương pháp điều khiển FOC</a:t>
            </a:r>
          </a:p>
        </p:txBody>
      </p:sp>
      <p:sp>
        <p:nvSpPr>
          <p:cNvPr id="5" name="Slide Number Placeholder 4">
            <a:extLst>
              <a:ext uri="{FF2B5EF4-FFF2-40B4-BE49-F238E27FC236}">
                <a16:creationId xmlns:a16="http://schemas.microsoft.com/office/drawing/2014/main" id="{438A632A-6305-4014-86BD-798BEADE0826}"/>
              </a:ext>
            </a:extLst>
          </p:cNvPr>
          <p:cNvSpPr>
            <a:spLocks noGrp="1"/>
          </p:cNvSpPr>
          <p:nvPr>
            <p:ph type="sldNum" sz="quarter" idx="4"/>
          </p:nvPr>
        </p:nvSpPr>
        <p:spPr/>
        <p:txBody>
          <a:bodyPr/>
          <a:lstStyle/>
          <a:p>
            <a:fld id="{C4AED997-7CB6-4654-8505-4D4C6D081CC6}" type="slidenum">
              <a:rPr lang="en-US" smtClean="0"/>
              <a:pPr/>
              <a:t>11</a:t>
            </a:fld>
            <a:endParaRPr lang="en-US"/>
          </a:p>
        </p:txBody>
      </p:sp>
      <p:graphicFrame>
        <p:nvGraphicFramePr>
          <p:cNvPr id="6" name="Object 5">
            <a:extLst>
              <a:ext uri="{FF2B5EF4-FFF2-40B4-BE49-F238E27FC236}">
                <a16:creationId xmlns:a16="http://schemas.microsoft.com/office/drawing/2014/main" id="{B95EAE7E-651B-45E8-8796-B0001153FD4F}"/>
              </a:ext>
            </a:extLst>
          </p:cNvPr>
          <p:cNvGraphicFramePr>
            <a:graphicFrameLocks noChangeAspect="1"/>
          </p:cNvGraphicFramePr>
          <p:nvPr>
            <p:extLst>
              <p:ext uri="{D42A27DB-BD31-4B8C-83A1-F6EECF244321}">
                <p14:modId xmlns:p14="http://schemas.microsoft.com/office/powerpoint/2010/main" val="574743122"/>
              </p:ext>
            </p:extLst>
          </p:nvPr>
        </p:nvGraphicFramePr>
        <p:xfrm>
          <a:off x="1284152" y="2917375"/>
          <a:ext cx="2003880" cy="511629"/>
        </p:xfrm>
        <a:graphic>
          <a:graphicData uri="http://schemas.openxmlformats.org/presentationml/2006/ole">
            <mc:AlternateContent xmlns:mc="http://schemas.openxmlformats.org/markup-compatibility/2006">
              <mc:Choice xmlns:v="urn:schemas-microsoft-com:vml" Requires="v">
                <p:oleObj name="Equation" r:id="rId2" imgW="1193760" imgH="304560" progId="Equation.DSMT4">
                  <p:embed/>
                </p:oleObj>
              </mc:Choice>
              <mc:Fallback>
                <p:oleObj name="Equation" r:id="rId2" imgW="1193760" imgH="304560" progId="Equation.DSMT4">
                  <p:embed/>
                  <p:pic>
                    <p:nvPicPr>
                      <p:cNvPr id="6" name="Object 5">
                        <a:extLst>
                          <a:ext uri="{FF2B5EF4-FFF2-40B4-BE49-F238E27FC236}">
                            <a16:creationId xmlns:a16="http://schemas.microsoft.com/office/drawing/2014/main" id="{B95EAE7E-651B-45E8-8796-B0001153FD4F}"/>
                          </a:ext>
                        </a:extLst>
                      </p:cNvPr>
                      <p:cNvPicPr/>
                      <p:nvPr/>
                    </p:nvPicPr>
                    <p:blipFill>
                      <a:blip r:embed="rId3"/>
                      <a:stretch>
                        <a:fillRect/>
                      </a:stretch>
                    </p:blipFill>
                    <p:spPr>
                      <a:xfrm>
                        <a:off x="1284152" y="2917375"/>
                        <a:ext cx="2003880" cy="511629"/>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13A4DF5B-8FDF-4C2F-80E5-C7070E7C459F}"/>
              </a:ext>
            </a:extLst>
          </p:cNvPr>
          <p:cNvGraphicFramePr>
            <a:graphicFrameLocks noChangeAspect="1"/>
          </p:cNvGraphicFramePr>
          <p:nvPr>
            <p:extLst>
              <p:ext uri="{D42A27DB-BD31-4B8C-83A1-F6EECF244321}">
                <p14:modId xmlns:p14="http://schemas.microsoft.com/office/powerpoint/2010/main" val="1970048205"/>
              </p:ext>
            </p:extLst>
          </p:nvPr>
        </p:nvGraphicFramePr>
        <p:xfrm>
          <a:off x="1688667" y="3668673"/>
          <a:ext cx="1964730" cy="777256"/>
        </p:xfrm>
        <a:graphic>
          <a:graphicData uri="http://schemas.openxmlformats.org/presentationml/2006/ole">
            <mc:AlternateContent xmlns:mc="http://schemas.openxmlformats.org/markup-compatibility/2006">
              <mc:Choice xmlns:v="urn:schemas-microsoft-com:vml" Requires="v">
                <p:oleObj name="Equation" r:id="rId4" imgW="1155600" imgH="457200" progId="Equation.DSMT4">
                  <p:embed/>
                </p:oleObj>
              </mc:Choice>
              <mc:Fallback>
                <p:oleObj name="Equation" r:id="rId4" imgW="1155600" imgH="457200" progId="Equation.DSMT4">
                  <p:embed/>
                  <p:pic>
                    <p:nvPicPr>
                      <p:cNvPr id="7" name="Object 6">
                        <a:extLst>
                          <a:ext uri="{FF2B5EF4-FFF2-40B4-BE49-F238E27FC236}">
                            <a16:creationId xmlns:a16="http://schemas.microsoft.com/office/drawing/2014/main" id="{13A4DF5B-8FDF-4C2F-80E5-C7070E7C459F}"/>
                          </a:ext>
                        </a:extLst>
                      </p:cNvPr>
                      <p:cNvPicPr/>
                      <p:nvPr/>
                    </p:nvPicPr>
                    <p:blipFill>
                      <a:blip r:embed="rId5"/>
                      <a:stretch>
                        <a:fillRect/>
                      </a:stretch>
                    </p:blipFill>
                    <p:spPr>
                      <a:xfrm>
                        <a:off x="1688667" y="3668673"/>
                        <a:ext cx="1964730" cy="777256"/>
                      </a:xfrm>
                      <a:prstGeom prst="rect">
                        <a:avLst/>
                      </a:prstGeom>
                    </p:spPr>
                  </p:pic>
                </p:oleObj>
              </mc:Fallback>
            </mc:AlternateContent>
          </a:graphicData>
        </a:graphic>
      </p:graphicFrame>
    </p:spTree>
    <p:extLst>
      <p:ext uri="{BB962C8B-B14F-4D97-AF65-F5344CB8AC3E}">
        <p14:creationId xmlns:p14="http://schemas.microsoft.com/office/powerpoint/2010/main" val="146339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50E6412-61DD-4003-A155-FA0CC19E4F52}"/>
              </a:ext>
            </a:extLst>
          </p:cNvPr>
          <p:cNvSpPr>
            <a:spLocks noGrp="1"/>
          </p:cNvSpPr>
          <p:nvPr>
            <p:ph type="subTitle" idx="1"/>
          </p:nvPr>
        </p:nvSpPr>
        <p:spPr/>
        <p:txBody>
          <a:bodyPr>
            <a:normAutofit/>
          </a:bodyPr>
          <a:lstStyle/>
          <a:p>
            <a:pPr algn="l"/>
            <a:r>
              <a:rPr lang="en-US" sz="2000"/>
              <a:t>3.1: Phương pháp điểu khiển vector tựa từ thông rotor (FOC)</a:t>
            </a:r>
          </a:p>
          <a:p>
            <a:pPr marL="342900" indent="-342900" algn="l">
              <a:buFont typeface="Wingdings" panose="05000000000000000000" pitchFamily="2" charset="2"/>
              <a:buChar char="v"/>
            </a:pPr>
            <a:r>
              <a:rPr lang="en-US" sz="2000"/>
              <a:t>Vì             nên hệ  4 phương trình mô hình động cơ được rút gọn lại như sau: </a:t>
            </a:r>
          </a:p>
          <a:p>
            <a:pPr marL="342900" indent="-342900" algn="l">
              <a:buFont typeface="Wingdings" panose="05000000000000000000" pitchFamily="2" charset="2"/>
              <a:buChar char="v"/>
            </a:pPr>
            <a:endParaRPr lang="en-US" sz="2000"/>
          </a:p>
        </p:txBody>
      </p:sp>
      <p:sp>
        <p:nvSpPr>
          <p:cNvPr id="3" name="Text Placeholder 2">
            <a:extLst>
              <a:ext uri="{FF2B5EF4-FFF2-40B4-BE49-F238E27FC236}">
                <a16:creationId xmlns:a16="http://schemas.microsoft.com/office/drawing/2014/main" id="{4A9BEAE0-D3A8-4D33-9147-614FD24E8B9B}"/>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A2068223-96A5-40E0-8CF9-F400775948CF}"/>
              </a:ext>
            </a:extLst>
          </p:cNvPr>
          <p:cNvSpPr>
            <a:spLocks noGrp="1"/>
          </p:cNvSpPr>
          <p:nvPr>
            <p:ph type="title"/>
          </p:nvPr>
        </p:nvSpPr>
        <p:spPr/>
        <p:txBody>
          <a:bodyPr/>
          <a:lstStyle/>
          <a:p>
            <a:r>
              <a:rPr lang="en-US"/>
              <a:t>Phương pháp điều khiển FOC</a:t>
            </a:r>
          </a:p>
        </p:txBody>
      </p:sp>
      <p:sp>
        <p:nvSpPr>
          <p:cNvPr id="5" name="Slide Number Placeholder 4">
            <a:extLst>
              <a:ext uri="{FF2B5EF4-FFF2-40B4-BE49-F238E27FC236}">
                <a16:creationId xmlns:a16="http://schemas.microsoft.com/office/drawing/2014/main" id="{438A632A-6305-4014-86BD-798BEADE0826}"/>
              </a:ext>
            </a:extLst>
          </p:cNvPr>
          <p:cNvSpPr>
            <a:spLocks noGrp="1"/>
          </p:cNvSpPr>
          <p:nvPr>
            <p:ph type="sldNum" sz="quarter" idx="4"/>
          </p:nvPr>
        </p:nvSpPr>
        <p:spPr/>
        <p:txBody>
          <a:bodyPr/>
          <a:lstStyle/>
          <a:p>
            <a:fld id="{C4AED997-7CB6-4654-8505-4D4C6D081CC6}" type="slidenum">
              <a:rPr lang="en-US" smtClean="0"/>
              <a:pPr/>
              <a:t>12</a:t>
            </a:fld>
            <a:endParaRPr lang="en-US"/>
          </a:p>
        </p:txBody>
      </p:sp>
      <p:graphicFrame>
        <p:nvGraphicFramePr>
          <p:cNvPr id="8" name="Object 7">
            <a:extLst>
              <a:ext uri="{FF2B5EF4-FFF2-40B4-BE49-F238E27FC236}">
                <a16:creationId xmlns:a16="http://schemas.microsoft.com/office/drawing/2014/main" id="{6F320647-573E-4F1A-BEEB-B4F081DFF28D}"/>
              </a:ext>
            </a:extLst>
          </p:cNvPr>
          <p:cNvGraphicFramePr>
            <a:graphicFrameLocks noChangeAspect="1"/>
          </p:cNvGraphicFramePr>
          <p:nvPr>
            <p:extLst>
              <p:ext uri="{D42A27DB-BD31-4B8C-83A1-F6EECF244321}">
                <p14:modId xmlns:p14="http://schemas.microsoft.com/office/powerpoint/2010/main" val="918434146"/>
              </p:ext>
            </p:extLst>
          </p:nvPr>
        </p:nvGraphicFramePr>
        <p:xfrm>
          <a:off x="1554117" y="1312635"/>
          <a:ext cx="889000" cy="444500"/>
        </p:xfrm>
        <a:graphic>
          <a:graphicData uri="http://schemas.openxmlformats.org/presentationml/2006/ole">
            <mc:AlternateContent xmlns:mc="http://schemas.openxmlformats.org/markup-compatibility/2006">
              <mc:Choice xmlns:v="urn:schemas-microsoft-com:vml" Requires="v">
                <p:oleObj name="Equation" r:id="rId2" imgW="888788" imgH="443795" progId="Equation.DSMT4">
                  <p:embed/>
                </p:oleObj>
              </mc:Choice>
              <mc:Fallback>
                <p:oleObj name="Equation" r:id="rId2" imgW="888788" imgH="443795" progId="Equation.DSMT4">
                  <p:embed/>
                  <p:pic>
                    <p:nvPicPr>
                      <p:cNvPr id="0" name=""/>
                      <p:cNvPicPr/>
                      <p:nvPr/>
                    </p:nvPicPr>
                    <p:blipFill>
                      <a:blip r:embed="rId3"/>
                      <a:stretch>
                        <a:fillRect/>
                      </a:stretch>
                    </p:blipFill>
                    <p:spPr>
                      <a:xfrm>
                        <a:off x="1554117" y="1312635"/>
                        <a:ext cx="889000" cy="4445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A3600F57-B044-4594-9CF6-206965C8DC64}"/>
              </a:ext>
            </a:extLst>
          </p:cNvPr>
          <p:cNvGraphicFramePr>
            <a:graphicFrameLocks noChangeAspect="1"/>
          </p:cNvGraphicFramePr>
          <p:nvPr>
            <p:extLst>
              <p:ext uri="{D42A27DB-BD31-4B8C-83A1-F6EECF244321}">
                <p14:modId xmlns:p14="http://schemas.microsoft.com/office/powerpoint/2010/main" val="775537239"/>
              </p:ext>
            </p:extLst>
          </p:nvPr>
        </p:nvGraphicFramePr>
        <p:xfrm>
          <a:off x="5844587" y="3917702"/>
          <a:ext cx="2971800" cy="1238250"/>
        </p:xfrm>
        <a:graphic>
          <a:graphicData uri="http://schemas.openxmlformats.org/presentationml/2006/ole">
            <mc:AlternateContent xmlns:mc="http://schemas.openxmlformats.org/markup-compatibility/2006">
              <mc:Choice xmlns:v="urn:schemas-microsoft-com:vml" Requires="v">
                <p:oleObj name="Equation" r:id="rId4" imgW="2971863" imgH="1237652" progId="Equation.DSMT4">
                  <p:embed/>
                </p:oleObj>
              </mc:Choice>
              <mc:Fallback>
                <p:oleObj name="Equation" r:id="rId4" imgW="2971863" imgH="1237652" progId="Equation.DSMT4">
                  <p:embed/>
                  <p:pic>
                    <p:nvPicPr>
                      <p:cNvPr id="10" name="Object 9">
                        <a:extLst>
                          <a:ext uri="{FF2B5EF4-FFF2-40B4-BE49-F238E27FC236}">
                            <a16:creationId xmlns:a16="http://schemas.microsoft.com/office/drawing/2014/main" id="{008CECD2-F058-45E6-B39A-9D4CB6F22AB4}"/>
                          </a:ext>
                        </a:extLst>
                      </p:cNvPr>
                      <p:cNvPicPr/>
                      <p:nvPr/>
                    </p:nvPicPr>
                    <p:blipFill>
                      <a:blip r:embed="rId5"/>
                      <a:stretch>
                        <a:fillRect/>
                      </a:stretch>
                    </p:blipFill>
                    <p:spPr>
                      <a:xfrm>
                        <a:off x="5844587" y="3917702"/>
                        <a:ext cx="2971800" cy="123825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3875091B-8549-4022-B1FA-0C95A0BE7E26}"/>
              </a:ext>
            </a:extLst>
          </p:cNvPr>
          <p:cNvGraphicFramePr>
            <a:graphicFrameLocks noChangeAspect="1"/>
          </p:cNvGraphicFramePr>
          <p:nvPr>
            <p:extLst>
              <p:ext uri="{D42A27DB-BD31-4B8C-83A1-F6EECF244321}">
                <p14:modId xmlns:p14="http://schemas.microsoft.com/office/powerpoint/2010/main" val="671471360"/>
              </p:ext>
            </p:extLst>
          </p:nvPr>
        </p:nvGraphicFramePr>
        <p:xfrm>
          <a:off x="1233653" y="2272701"/>
          <a:ext cx="5430837" cy="3028950"/>
        </p:xfrm>
        <a:graphic>
          <a:graphicData uri="http://schemas.openxmlformats.org/presentationml/2006/ole">
            <mc:AlternateContent xmlns:mc="http://schemas.openxmlformats.org/markup-compatibility/2006">
              <mc:Choice xmlns:v="urn:schemas-microsoft-com:vml" Requires="v">
                <p:oleObj name="Equation" r:id="rId6" imgW="5430245" imgH="3028335" progId="Equation.DSMT4">
                  <p:embed/>
                </p:oleObj>
              </mc:Choice>
              <mc:Fallback>
                <p:oleObj name="Equation" r:id="rId6" imgW="5430245" imgH="3028335" progId="Equation.DSMT4">
                  <p:embed/>
                  <p:pic>
                    <p:nvPicPr>
                      <p:cNvPr id="11" name="Object 10">
                        <a:extLst>
                          <a:ext uri="{FF2B5EF4-FFF2-40B4-BE49-F238E27FC236}">
                            <a16:creationId xmlns:a16="http://schemas.microsoft.com/office/drawing/2014/main" id="{9C7D9320-050E-40C2-A7DD-6338DE0F09AF}"/>
                          </a:ext>
                        </a:extLst>
                      </p:cNvPr>
                      <p:cNvPicPr/>
                      <p:nvPr/>
                    </p:nvPicPr>
                    <p:blipFill>
                      <a:blip r:embed="rId7"/>
                      <a:stretch>
                        <a:fillRect/>
                      </a:stretch>
                    </p:blipFill>
                    <p:spPr>
                      <a:xfrm>
                        <a:off x="1233653" y="2272701"/>
                        <a:ext cx="5430837" cy="302895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0D0582B5-84D9-9D20-CB0B-476A23FACA6A}"/>
              </a:ext>
            </a:extLst>
          </p:cNvPr>
          <p:cNvGraphicFramePr>
            <a:graphicFrameLocks noChangeAspect="1"/>
          </p:cNvGraphicFramePr>
          <p:nvPr>
            <p:extLst>
              <p:ext uri="{D42A27DB-BD31-4B8C-83A1-F6EECF244321}">
                <p14:modId xmlns:p14="http://schemas.microsoft.com/office/powerpoint/2010/main" val="3392250984"/>
              </p:ext>
            </p:extLst>
          </p:nvPr>
        </p:nvGraphicFramePr>
        <p:xfrm>
          <a:off x="1379538" y="5461867"/>
          <a:ext cx="1965325" cy="777875"/>
        </p:xfrm>
        <a:graphic>
          <a:graphicData uri="http://schemas.openxmlformats.org/presentationml/2006/ole">
            <mc:AlternateContent xmlns:mc="http://schemas.openxmlformats.org/markup-compatibility/2006">
              <mc:Choice xmlns:v="urn:schemas-microsoft-com:vml" Requires="v">
                <p:oleObj name="Equation" r:id="rId8" imgW="1964690" imgH="777273" progId="Equation.DSMT4">
                  <p:embed/>
                </p:oleObj>
              </mc:Choice>
              <mc:Fallback>
                <p:oleObj name="Equation" r:id="rId8" imgW="1964690" imgH="777273" progId="Equation.DSMT4">
                  <p:embed/>
                  <p:pic>
                    <p:nvPicPr>
                      <p:cNvPr id="0" name=""/>
                      <p:cNvPicPr/>
                      <p:nvPr/>
                    </p:nvPicPr>
                    <p:blipFill>
                      <a:blip r:embed="rId9"/>
                      <a:stretch>
                        <a:fillRect/>
                      </a:stretch>
                    </p:blipFill>
                    <p:spPr>
                      <a:xfrm>
                        <a:off x="1379538" y="5461867"/>
                        <a:ext cx="1965325" cy="777875"/>
                      </a:xfrm>
                      <a:prstGeom prst="rect">
                        <a:avLst/>
                      </a:prstGeom>
                    </p:spPr>
                  </p:pic>
                </p:oleObj>
              </mc:Fallback>
            </mc:AlternateContent>
          </a:graphicData>
        </a:graphic>
      </p:graphicFrame>
    </p:spTree>
    <p:extLst>
      <p:ext uri="{BB962C8B-B14F-4D97-AF65-F5344CB8AC3E}">
        <p14:creationId xmlns:p14="http://schemas.microsoft.com/office/powerpoint/2010/main" val="2917920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pPr algn="l"/>
            <a:r>
              <a:rPr lang="en-US" sz="2000"/>
              <a:t>3.2. Tại sao có cấu trúc điều khiển FOC cho IM, PMSM</a:t>
            </a:r>
          </a:p>
          <a:p>
            <a:pPr marL="800100" lvl="1" indent="-342900" algn="l">
              <a:buFont typeface="Arial" panose="020B0604020202020204" pitchFamily="34" charset="0"/>
              <a:buChar char="•"/>
            </a:pPr>
            <a:r>
              <a:rPr lang="en-US" sz="1800"/>
              <a:t>Động cơ điện xoay chiều được sử dụng rộng rãi trong nhiều ứng dụng khác nhau.</a:t>
            </a:r>
          </a:p>
          <a:p>
            <a:pPr marL="800100" lvl="1" indent="-342900" algn="l">
              <a:buFont typeface="Arial" panose="020B0604020202020204" pitchFamily="34" charset="0"/>
              <a:buChar char="•"/>
            </a:pPr>
            <a:r>
              <a:rPr lang="vi-VN" sz="1800"/>
              <a:t>Tuy nhiên, việc sử dụng động cơ cảm ứng ở hiệu quả cao nhất là một nhiệm vụ đầy thách thức vì mô hình toán học phức tạp và đặc điểm phi tuyến tính của chúng trong quá trình bão hòa.</a:t>
            </a:r>
          </a:p>
          <a:p>
            <a:pPr marL="800100" lvl="1" indent="-342900" algn="l">
              <a:buFont typeface="Arial" panose="020B0604020202020204" pitchFamily="34" charset="0"/>
              <a:buChar char="•"/>
            </a:pPr>
            <a:r>
              <a:rPr lang="vi-VN" sz="1800"/>
              <a:t>Những yếu tố này làm cho việc kiểm soát động cơ cảm ứng trở nên khó </a:t>
            </a:r>
            <a:r>
              <a:rPr lang="en-US" sz="1800"/>
              <a:t>khăn, dẫn đến sự ra đời của </a:t>
            </a:r>
            <a:r>
              <a:rPr lang="vi-VN" sz="1800"/>
              <a:t>các thuật toán điều khiển hiệu suất cao như điều khiển vector.</a:t>
            </a:r>
            <a:endParaRPr lang="en-US" sz="1800"/>
          </a:p>
          <a:p>
            <a:pPr marL="800100" lvl="1" indent="-342900" algn="l">
              <a:buFont typeface="Arial" panose="020B0604020202020204" pitchFamily="34" charset="0"/>
              <a:buChar char="•"/>
            </a:pPr>
            <a:r>
              <a:rPr lang="en-US" sz="1800"/>
              <a:t>Phương pháp điều khiển vô hướng U/f có những hạn chế về mặt hiệu suất, momen xoắn sinh ra có dao động</a:t>
            </a:r>
            <a:r>
              <a:rPr lang="en-US"/>
              <a:t>.</a:t>
            </a:r>
          </a:p>
          <a:p>
            <a:pPr marL="800100" lvl="1" indent="-342900" algn="l">
              <a:buFont typeface="Arial" panose="020B0604020202020204" pitchFamily="34" charset="0"/>
              <a:buChar char="•"/>
            </a:pPr>
            <a:endParaRPr lang="en-US" sz="1800"/>
          </a:p>
          <a:p>
            <a:pPr marL="800100" lvl="1" indent="-342900" algn="l">
              <a:buFont typeface="Arial" panose="020B0604020202020204" pitchFamily="34" charset="0"/>
              <a:buChar char="•"/>
            </a:pPr>
            <a:endParaRPr lang="vi-VN" sz="1800"/>
          </a:p>
          <a:p>
            <a:pPr marL="800100" lvl="1" indent="-342900" algn="l">
              <a:buFont typeface="Arial" panose="020B0604020202020204" pitchFamily="34" charset="0"/>
              <a:buChar char="•"/>
            </a:pPr>
            <a:endParaRPr lang="en-US" sz="1800"/>
          </a:p>
          <a:p>
            <a:pPr algn="l"/>
            <a:endParaRPr lang="en-US" sz="2000"/>
          </a:p>
        </p:txBody>
      </p:sp>
      <p:sp>
        <p:nvSpPr>
          <p:cNvPr id="3" name="Text Placeholder 2"/>
          <p:cNvSpPr>
            <a:spLocks noGrp="1"/>
          </p:cNvSpPr>
          <p:nvPr>
            <p:ph type="body" sz="quarter" idx="12"/>
          </p:nvPr>
        </p:nvSpPr>
        <p:spPr/>
        <p:txBody>
          <a:bodyPr/>
          <a:lstStyle/>
          <a:p>
            <a:r>
              <a:rPr lang="en-US"/>
              <a:t>3</a:t>
            </a:r>
          </a:p>
        </p:txBody>
      </p:sp>
      <p:sp>
        <p:nvSpPr>
          <p:cNvPr id="4" name="Title 3"/>
          <p:cNvSpPr>
            <a:spLocks noGrp="1"/>
          </p:cNvSpPr>
          <p:nvPr>
            <p:ph type="title"/>
          </p:nvPr>
        </p:nvSpPr>
        <p:spPr/>
        <p:txBody>
          <a:bodyPr/>
          <a:lstStyle/>
          <a:p>
            <a:r>
              <a:rPr lang="en-US"/>
              <a:t>Phương pháp điều khiển FOC</a:t>
            </a:r>
            <a:endParaRPr lang="en-US" dirty="0"/>
          </a:p>
        </p:txBody>
      </p:sp>
      <p:sp>
        <p:nvSpPr>
          <p:cNvPr id="5" name="Slide Number Placeholder 4"/>
          <p:cNvSpPr>
            <a:spLocks noGrp="1"/>
          </p:cNvSpPr>
          <p:nvPr>
            <p:ph type="sldNum" sz="quarter" idx="4"/>
          </p:nvPr>
        </p:nvSpPr>
        <p:spPr/>
        <p:txBody>
          <a:bodyPr/>
          <a:lstStyle/>
          <a:p>
            <a:fld id="{C4AED997-7CB6-4654-8505-4D4C6D081CC6}" type="slidenum">
              <a:rPr lang="en-US" smtClean="0"/>
              <a:pPr/>
              <a:t>13</a:t>
            </a:fld>
            <a:endParaRPr lang="en-US" dirty="0"/>
          </a:p>
        </p:txBody>
      </p:sp>
    </p:spTree>
    <p:extLst>
      <p:ext uri="{BB962C8B-B14F-4D97-AF65-F5344CB8AC3E}">
        <p14:creationId xmlns:p14="http://schemas.microsoft.com/office/powerpoint/2010/main" val="3403686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pPr algn="l"/>
            <a:r>
              <a:rPr lang="en-US" sz="2000"/>
              <a:t>3.2. Tại sao có cấu trúc điều khiển FOC cho IM, PMSM</a:t>
            </a:r>
          </a:p>
          <a:p>
            <a:pPr marL="800100" lvl="1" indent="-342900" algn="l">
              <a:buFont typeface="Arial" panose="020B0604020202020204" pitchFamily="34" charset="0"/>
              <a:buChar char="•"/>
            </a:pPr>
            <a:r>
              <a:rPr lang="en-US" sz="1800"/>
              <a:t>Do đó, để đạt được hiệu suất cao hơn, cần sử dụng một phương pháp điều khiển khác.</a:t>
            </a:r>
          </a:p>
          <a:p>
            <a:pPr marL="800100" lvl="1" indent="-342900" algn="l">
              <a:buFont typeface="Arial" panose="020B0604020202020204" pitchFamily="34" charset="0"/>
              <a:buChar char="•"/>
            </a:pPr>
            <a:r>
              <a:rPr lang="en-US" sz="1800"/>
              <a:t>Sự phát triển của ngành công nghiệp bán dẫn cũng như các vi điều khiển, các bộ xử lý tín hiệu số (DSP) và FPGA đã tạo điều kiện để các phương pháp điều khiển phức tạp hơn như FOC có thể thực hiện được</a:t>
            </a:r>
          </a:p>
          <a:p>
            <a:pPr marL="800100" lvl="1" indent="-342900" algn="l">
              <a:buFont typeface="Arial" panose="020B0604020202020204" pitchFamily="34" charset="0"/>
              <a:buChar char="•"/>
            </a:pPr>
            <a:r>
              <a:rPr lang="en-US" sz="1800"/>
              <a:t>Phương pháp điều khiển động cơ tựa từ thông rotor (FOC) tách biệt thành phần sinh momen xoắn và thành phần sinh từ thông của động cơ xoay chiều, giúp mô hình hóa động cơ điện xoay chiều giống với động cơ điện 1 chiều để áp dụng các nguyên lý điều khiển của động cơ điện 1 chiều vào động cơ điện xoay chiều.</a:t>
            </a:r>
          </a:p>
        </p:txBody>
      </p:sp>
      <p:sp>
        <p:nvSpPr>
          <p:cNvPr id="3" name="Text Placeholder 2"/>
          <p:cNvSpPr>
            <a:spLocks noGrp="1"/>
          </p:cNvSpPr>
          <p:nvPr>
            <p:ph type="body" sz="quarter" idx="12"/>
          </p:nvPr>
        </p:nvSpPr>
        <p:spPr/>
        <p:txBody>
          <a:bodyPr/>
          <a:lstStyle/>
          <a:p>
            <a:r>
              <a:rPr lang="en-US"/>
              <a:t>3</a:t>
            </a:r>
          </a:p>
        </p:txBody>
      </p:sp>
      <p:sp>
        <p:nvSpPr>
          <p:cNvPr id="4" name="Title 3"/>
          <p:cNvSpPr>
            <a:spLocks noGrp="1"/>
          </p:cNvSpPr>
          <p:nvPr>
            <p:ph type="title"/>
          </p:nvPr>
        </p:nvSpPr>
        <p:spPr/>
        <p:txBody>
          <a:bodyPr/>
          <a:lstStyle/>
          <a:p>
            <a:r>
              <a:rPr lang="en-US"/>
              <a:t>Phương pháp điều khiển FOC</a:t>
            </a:r>
            <a:endParaRPr lang="en-US" dirty="0"/>
          </a:p>
        </p:txBody>
      </p:sp>
      <p:sp>
        <p:nvSpPr>
          <p:cNvPr id="5" name="Slide Number Placeholder 4"/>
          <p:cNvSpPr>
            <a:spLocks noGrp="1"/>
          </p:cNvSpPr>
          <p:nvPr>
            <p:ph type="sldNum" sz="quarter" idx="4"/>
          </p:nvPr>
        </p:nvSpPr>
        <p:spPr/>
        <p:txBody>
          <a:bodyPr/>
          <a:lstStyle/>
          <a:p>
            <a:fld id="{C4AED997-7CB6-4654-8505-4D4C6D081CC6}" type="slidenum">
              <a:rPr lang="en-US" smtClean="0"/>
              <a:pPr/>
              <a:t>14</a:t>
            </a:fld>
            <a:endParaRPr lang="en-US" dirty="0"/>
          </a:p>
        </p:txBody>
      </p:sp>
    </p:spTree>
    <p:extLst>
      <p:ext uri="{BB962C8B-B14F-4D97-AF65-F5344CB8AC3E}">
        <p14:creationId xmlns:p14="http://schemas.microsoft.com/office/powerpoint/2010/main" val="1536392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pPr algn="l"/>
            <a:r>
              <a:rPr lang="en-US" sz="2000"/>
              <a:t>3.2. Tại sao có cấu trúc điều khiển FOC cho IM, PMSM</a:t>
            </a:r>
          </a:p>
          <a:p>
            <a:pPr marL="742950" lvl="1" indent="-285750" algn="l">
              <a:buFont typeface="Wingdings" panose="05000000000000000000" pitchFamily="2" charset="2"/>
              <a:buChar char="Ø"/>
            </a:pPr>
            <a:r>
              <a:rPr lang="en-US" sz="1800"/>
              <a:t>Ưu điểm của phương pháp FOC</a:t>
            </a:r>
          </a:p>
          <a:p>
            <a:pPr marL="1200150" lvl="2" indent="-285750" algn="l">
              <a:buFont typeface="Wingdings" panose="05000000000000000000" pitchFamily="2" charset="2"/>
              <a:buChar char="ü"/>
            </a:pPr>
            <a:r>
              <a:rPr lang="en-US" sz="1600"/>
              <a:t>Giảm sự dao động của momen xoắn sinh ra</a:t>
            </a:r>
          </a:p>
          <a:p>
            <a:pPr marL="1200150" lvl="2" indent="-285750" algn="l">
              <a:buFont typeface="Wingdings" panose="05000000000000000000" pitchFamily="2" charset="2"/>
              <a:buChar char="ü"/>
            </a:pPr>
            <a:r>
              <a:rPr lang="en-US" sz="1600"/>
              <a:t>Dải điều chỉnh tốc độ lớn</a:t>
            </a:r>
          </a:p>
          <a:p>
            <a:pPr marL="1200150" lvl="2" indent="-285750" algn="l">
              <a:buFont typeface="Wingdings" panose="05000000000000000000" pitchFamily="2" charset="2"/>
              <a:buChar char="ü"/>
            </a:pPr>
            <a:r>
              <a:rPr lang="en-US" sz="1600"/>
              <a:t>Điều khiển tốc độ chính xác</a:t>
            </a:r>
          </a:p>
          <a:p>
            <a:pPr marL="1200150" lvl="2" indent="-285750" algn="l">
              <a:buFont typeface="Wingdings" panose="05000000000000000000" pitchFamily="2" charset="2"/>
              <a:buChar char="ü"/>
            </a:pPr>
            <a:r>
              <a:rPr lang="en-US" sz="1600"/>
              <a:t>Hoạt động được ở trong cả 4 góc phần tư.</a:t>
            </a:r>
          </a:p>
          <a:p>
            <a:pPr marL="800100" lvl="1" indent="-342900" algn="l">
              <a:buFont typeface="Wingdings" panose="05000000000000000000" pitchFamily="2" charset="2"/>
              <a:buChar char="ü"/>
            </a:pPr>
            <a:endParaRPr lang="en-US" sz="1800"/>
          </a:p>
        </p:txBody>
      </p:sp>
      <p:sp>
        <p:nvSpPr>
          <p:cNvPr id="3" name="Text Placeholder 2"/>
          <p:cNvSpPr>
            <a:spLocks noGrp="1"/>
          </p:cNvSpPr>
          <p:nvPr>
            <p:ph type="body" sz="quarter" idx="12"/>
          </p:nvPr>
        </p:nvSpPr>
        <p:spPr/>
        <p:txBody>
          <a:bodyPr/>
          <a:lstStyle/>
          <a:p>
            <a:r>
              <a:rPr lang="en-US"/>
              <a:t>3</a:t>
            </a:r>
          </a:p>
        </p:txBody>
      </p:sp>
      <p:sp>
        <p:nvSpPr>
          <p:cNvPr id="4" name="Title 3"/>
          <p:cNvSpPr>
            <a:spLocks noGrp="1"/>
          </p:cNvSpPr>
          <p:nvPr>
            <p:ph type="title"/>
          </p:nvPr>
        </p:nvSpPr>
        <p:spPr/>
        <p:txBody>
          <a:bodyPr/>
          <a:lstStyle/>
          <a:p>
            <a:r>
              <a:rPr lang="en-US"/>
              <a:t>Phương pháp điều khiển FOC</a:t>
            </a:r>
            <a:endParaRPr lang="en-US" dirty="0"/>
          </a:p>
        </p:txBody>
      </p:sp>
      <p:sp>
        <p:nvSpPr>
          <p:cNvPr id="5" name="Slide Number Placeholder 4"/>
          <p:cNvSpPr>
            <a:spLocks noGrp="1"/>
          </p:cNvSpPr>
          <p:nvPr>
            <p:ph type="sldNum" sz="quarter" idx="4"/>
          </p:nvPr>
        </p:nvSpPr>
        <p:spPr/>
        <p:txBody>
          <a:bodyPr/>
          <a:lstStyle/>
          <a:p>
            <a:fld id="{C4AED997-7CB6-4654-8505-4D4C6D081CC6}" type="slidenum">
              <a:rPr lang="en-US" smtClean="0"/>
              <a:pPr/>
              <a:t>15</a:t>
            </a:fld>
            <a:endParaRPr lang="en-US" dirty="0"/>
          </a:p>
        </p:txBody>
      </p:sp>
    </p:spTree>
    <p:extLst>
      <p:ext uri="{BB962C8B-B14F-4D97-AF65-F5344CB8AC3E}">
        <p14:creationId xmlns:p14="http://schemas.microsoft.com/office/powerpoint/2010/main" val="2593499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1744EE1-B900-4AA8-B841-6B549A89D587}"/>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359D6648-5766-4657-B1C9-0C8077164A09}"/>
              </a:ext>
            </a:extLst>
          </p:cNvPr>
          <p:cNvSpPr>
            <a:spLocks noGrp="1"/>
          </p:cNvSpPr>
          <p:nvPr>
            <p:ph type="title"/>
          </p:nvPr>
        </p:nvSpPr>
        <p:spPr/>
        <p:txBody>
          <a:bodyPr/>
          <a:lstStyle/>
          <a:p>
            <a:r>
              <a:rPr lang="en-US"/>
              <a:t>Phương pháp điều khiển FOC</a:t>
            </a:r>
          </a:p>
        </p:txBody>
      </p:sp>
      <p:sp>
        <p:nvSpPr>
          <p:cNvPr id="5" name="Slide Number Placeholder 4">
            <a:extLst>
              <a:ext uri="{FF2B5EF4-FFF2-40B4-BE49-F238E27FC236}">
                <a16:creationId xmlns:a16="http://schemas.microsoft.com/office/drawing/2014/main" id="{9123D850-A98F-4F36-9B6F-B4E59E5EF34F}"/>
              </a:ext>
            </a:extLst>
          </p:cNvPr>
          <p:cNvSpPr>
            <a:spLocks noGrp="1"/>
          </p:cNvSpPr>
          <p:nvPr>
            <p:ph type="sldNum" sz="quarter" idx="4"/>
          </p:nvPr>
        </p:nvSpPr>
        <p:spPr/>
        <p:txBody>
          <a:bodyPr/>
          <a:lstStyle/>
          <a:p>
            <a:fld id="{C4AED997-7CB6-4654-8505-4D4C6D081CC6}" type="slidenum">
              <a:rPr lang="en-US" smtClean="0"/>
              <a:pPr/>
              <a:t>16</a:t>
            </a:fld>
            <a:endParaRPr lang="en-US"/>
          </a:p>
        </p:txBody>
      </p:sp>
      <p:sp>
        <p:nvSpPr>
          <p:cNvPr id="8" name="TextBox 7">
            <a:extLst>
              <a:ext uri="{FF2B5EF4-FFF2-40B4-BE49-F238E27FC236}">
                <a16:creationId xmlns:a16="http://schemas.microsoft.com/office/drawing/2014/main" id="{C369CBC9-DC76-4B31-B67E-E1BFE1622F38}"/>
              </a:ext>
            </a:extLst>
          </p:cNvPr>
          <p:cNvSpPr txBox="1"/>
          <p:nvPr/>
        </p:nvSpPr>
        <p:spPr>
          <a:xfrm>
            <a:off x="1148201" y="5745892"/>
            <a:ext cx="6847596" cy="400110"/>
          </a:xfrm>
          <a:prstGeom prst="rect">
            <a:avLst/>
          </a:prstGeom>
          <a:noFill/>
        </p:spPr>
        <p:txBody>
          <a:bodyPr wrap="square" rtlCol="0">
            <a:spAutoFit/>
          </a:bodyPr>
          <a:lstStyle/>
          <a:p>
            <a:pPr algn="ctr"/>
            <a:r>
              <a:rPr lang="en-US" sz="2000">
                <a:solidFill>
                  <a:schemeClr val="accent1">
                    <a:lumMod val="50000"/>
                  </a:schemeClr>
                </a:solidFill>
                <a:latin typeface="Arial" panose="020B0604020202020204" pitchFamily="34" charset="0"/>
                <a:cs typeface="Arial" panose="020B0604020202020204" pitchFamily="34" charset="0"/>
              </a:rPr>
              <a:t>Mô hình bộ điều khiển tựa từ thông rotor</a:t>
            </a:r>
          </a:p>
        </p:txBody>
      </p:sp>
      <p:sp>
        <p:nvSpPr>
          <p:cNvPr id="6" name="Rectangle 2">
            <a:extLst>
              <a:ext uri="{FF2B5EF4-FFF2-40B4-BE49-F238E27FC236}">
                <a16:creationId xmlns:a16="http://schemas.microsoft.com/office/drawing/2014/main" id="{CBF9F528-E8F5-FA61-B31D-2A33EB89BC9B}"/>
              </a:ext>
            </a:extLst>
          </p:cNvPr>
          <p:cNvSpPr>
            <a:spLocks noChangeArrowheads="1"/>
          </p:cNvSpPr>
          <p:nvPr/>
        </p:nvSpPr>
        <p:spPr bwMode="auto">
          <a:xfrm>
            <a:off x="855589" y="1085849"/>
            <a:ext cx="1535816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EC20815D-47D3-8E04-FD7F-1A0BDDF4B0BA}"/>
              </a:ext>
            </a:extLst>
          </p:cNvPr>
          <p:cNvGraphicFramePr>
            <a:graphicFrameLocks noChangeAspect="1"/>
          </p:cNvGraphicFramePr>
          <p:nvPr>
            <p:extLst>
              <p:ext uri="{D42A27DB-BD31-4B8C-83A1-F6EECF244321}">
                <p14:modId xmlns:p14="http://schemas.microsoft.com/office/powerpoint/2010/main" val="1903499475"/>
              </p:ext>
            </p:extLst>
          </p:nvPr>
        </p:nvGraphicFramePr>
        <p:xfrm>
          <a:off x="216397" y="923405"/>
          <a:ext cx="8776826" cy="4776768"/>
        </p:xfrm>
        <a:graphic>
          <a:graphicData uri="http://schemas.openxmlformats.org/presentationml/2006/ole">
            <mc:AlternateContent xmlns:mc="http://schemas.openxmlformats.org/markup-compatibility/2006">
              <mc:Choice xmlns:v="urn:schemas-microsoft-com:vml" Requires="v">
                <p:oleObj name="Visio" r:id="rId2" imgW="9982373" imgH="5410305" progId="Visio.Drawing.15">
                  <p:embed/>
                </p:oleObj>
              </mc:Choice>
              <mc:Fallback>
                <p:oleObj name="Visio" r:id="rId2" imgW="9982373" imgH="5410305" progId="Visio.Drawing.15">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397" y="923405"/>
                        <a:ext cx="8776826" cy="4776768"/>
                      </a:xfrm>
                      <a:prstGeom prst="rect">
                        <a:avLst/>
                      </a:prstGeom>
                      <a:noFill/>
                    </p:spPr>
                  </p:pic>
                </p:oleObj>
              </mc:Fallback>
            </mc:AlternateContent>
          </a:graphicData>
        </a:graphic>
      </p:graphicFrame>
    </p:spTree>
    <p:extLst>
      <p:ext uri="{BB962C8B-B14F-4D97-AF65-F5344CB8AC3E}">
        <p14:creationId xmlns:p14="http://schemas.microsoft.com/office/powerpoint/2010/main" val="979483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1744EE1-B900-4AA8-B841-6B549A89D587}"/>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359D6648-5766-4657-B1C9-0C8077164A09}"/>
              </a:ext>
            </a:extLst>
          </p:cNvPr>
          <p:cNvSpPr>
            <a:spLocks noGrp="1"/>
          </p:cNvSpPr>
          <p:nvPr>
            <p:ph type="title"/>
          </p:nvPr>
        </p:nvSpPr>
        <p:spPr/>
        <p:txBody>
          <a:bodyPr/>
          <a:lstStyle/>
          <a:p>
            <a:r>
              <a:rPr lang="en-US"/>
              <a:t>Phương pháp điều khiển FOC</a:t>
            </a:r>
          </a:p>
        </p:txBody>
      </p:sp>
      <p:sp>
        <p:nvSpPr>
          <p:cNvPr id="5" name="Slide Number Placeholder 4">
            <a:extLst>
              <a:ext uri="{FF2B5EF4-FFF2-40B4-BE49-F238E27FC236}">
                <a16:creationId xmlns:a16="http://schemas.microsoft.com/office/drawing/2014/main" id="{9123D850-A98F-4F36-9B6F-B4E59E5EF34F}"/>
              </a:ext>
            </a:extLst>
          </p:cNvPr>
          <p:cNvSpPr>
            <a:spLocks noGrp="1"/>
          </p:cNvSpPr>
          <p:nvPr>
            <p:ph type="sldNum" sz="quarter" idx="4"/>
          </p:nvPr>
        </p:nvSpPr>
        <p:spPr/>
        <p:txBody>
          <a:bodyPr/>
          <a:lstStyle/>
          <a:p>
            <a:fld id="{C4AED997-7CB6-4654-8505-4D4C6D081CC6}" type="slidenum">
              <a:rPr lang="en-US" smtClean="0"/>
              <a:pPr/>
              <a:t>17</a:t>
            </a:fld>
            <a:endParaRPr lang="en-US"/>
          </a:p>
        </p:txBody>
      </p:sp>
      <p:sp>
        <p:nvSpPr>
          <p:cNvPr id="8" name="TextBox 7">
            <a:extLst>
              <a:ext uri="{FF2B5EF4-FFF2-40B4-BE49-F238E27FC236}">
                <a16:creationId xmlns:a16="http://schemas.microsoft.com/office/drawing/2014/main" id="{C369CBC9-DC76-4B31-B67E-E1BFE1622F38}"/>
              </a:ext>
            </a:extLst>
          </p:cNvPr>
          <p:cNvSpPr txBox="1"/>
          <p:nvPr/>
        </p:nvSpPr>
        <p:spPr>
          <a:xfrm>
            <a:off x="855590" y="960828"/>
            <a:ext cx="6847596" cy="400110"/>
          </a:xfrm>
          <a:prstGeom prst="rect">
            <a:avLst/>
          </a:prstGeom>
          <a:noFill/>
        </p:spPr>
        <p:txBody>
          <a:bodyPr wrap="square" rtlCol="0">
            <a:spAutoFit/>
          </a:bodyPr>
          <a:lstStyle/>
          <a:p>
            <a:r>
              <a:rPr lang="en-US" sz="2000">
                <a:solidFill>
                  <a:schemeClr val="accent1">
                    <a:lumMod val="50000"/>
                  </a:schemeClr>
                </a:solidFill>
                <a:latin typeface="Arial" panose="020B0604020202020204" pitchFamily="34" charset="0"/>
                <a:cs typeface="Arial" panose="020B0604020202020204" pitchFamily="34" charset="0"/>
              </a:rPr>
              <a:t>3.3: Khối chuyển hệ toạ độ</a:t>
            </a:r>
          </a:p>
        </p:txBody>
      </p:sp>
      <p:sp>
        <p:nvSpPr>
          <p:cNvPr id="7" name="TextBox 6">
            <a:extLst>
              <a:ext uri="{FF2B5EF4-FFF2-40B4-BE49-F238E27FC236}">
                <a16:creationId xmlns:a16="http://schemas.microsoft.com/office/drawing/2014/main" id="{200D5818-5A95-44B3-8BEF-7AEF0398739B}"/>
              </a:ext>
            </a:extLst>
          </p:cNvPr>
          <p:cNvSpPr txBox="1"/>
          <p:nvPr/>
        </p:nvSpPr>
        <p:spPr>
          <a:xfrm>
            <a:off x="4252404" y="1518082"/>
            <a:ext cx="4487487" cy="2554545"/>
          </a:xfrm>
          <a:prstGeom prst="rect">
            <a:avLst/>
          </a:prstGeom>
          <a:noFill/>
        </p:spPr>
        <p:txBody>
          <a:bodyPr wrap="square" rtlCol="0">
            <a:spAutoFit/>
          </a:bodyPr>
          <a:lstStyle/>
          <a:p>
            <a:r>
              <a:rPr lang="en-US" sz="2000">
                <a:solidFill>
                  <a:srgbClr val="1F4E79"/>
                </a:solidFill>
                <a:latin typeface="Arial" panose="020B0604020202020204" pitchFamily="34" charset="0"/>
                <a:cs typeface="Arial" panose="020B0604020202020204" pitchFamily="34" charset="0"/>
              </a:rPr>
              <a:t>- Khối chuyển hệ toạ độ nhận giá trị về dòng điện i</a:t>
            </a:r>
            <a:r>
              <a:rPr lang="en-US" sz="2000" baseline="-25000">
                <a:solidFill>
                  <a:srgbClr val="1F4E79"/>
                </a:solidFill>
                <a:latin typeface="Arial" panose="020B0604020202020204" pitchFamily="34" charset="0"/>
                <a:cs typeface="Arial" panose="020B0604020202020204" pitchFamily="34" charset="0"/>
              </a:rPr>
              <a:t>sa</a:t>
            </a:r>
            <a:r>
              <a:rPr lang="en-US" sz="2000">
                <a:solidFill>
                  <a:srgbClr val="1F4E79"/>
                </a:solidFill>
                <a:latin typeface="Arial" panose="020B0604020202020204" pitchFamily="34" charset="0"/>
                <a:cs typeface="Arial" panose="020B0604020202020204" pitchFamily="34" charset="0"/>
              </a:rPr>
              <a:t>, i</a:t>
            </a:r>
            <a:r>
              <a:rPr lang="en-US" sz="2000" baseline="-25000">
                <a:solidFill>
                  <a:srgbClr val="1F4E79"/>
                </a:solidFill>
                <a:latin typeface="Arial" panose="020B0604020202020204" pitchFamily="34" charset="0"/>
                <a:cs typeface="Arial" panose="020B0604020202020204" pitchFamily="34" charset="0"/>
              </a:rPr>
              <a:t>sb</a:t>
            </a:r>
            <a:r>
              <a:rPr lang="en-US" sz="2000">
                <a:solidFill>
                  <a:srgbClr val="1F4E79"/>
                </a:solidFill>
                <a:latin typeface="Arial" panose="020B0604020202020204" pitchFamily="34" charset="0"/>
                <a:cs typeface="Arial" panose="020B0604020202020204" pitchFamily="34" charset="0"/>
              </a:rPr>
              <a:t>, i</a:t>
            </a:r>
            <a:r>
              <a:rPr lang="en-US" sz="2000" baseline="-25000">
                <a:solidFill>
                  <a:srgbClr val="1F4E79"/>
                </a:solidFill>
                <a:latin typeface="Arial" panose="020B0604020202020204" pitchFamily="34" charset="0"/>
                <a:cs typeface="Arial" panose="020B0604020202020204" pitchFamily="34" charset="0"/>
              </a:rPr>
              <a:t>sc</a:t>
            </a:r>
            <a:r>
              <a:rPr lang="en-US" sz="2000">
                <a:solidFill>
                  <a:srgbClr val="1F4E79"/>
                </a:solidFill>
                <a:latin typeface="Arial" panose="020B0604020202020204" pitchFamily="34" charset="0"/>
                <a:cs typeface="Arial" panose="020B0604020202020204" pitchFamily="34" charset="0"/>
              </a:rPr>
              <a:t> và góc tựa từ thông rotor để chuyển dòng điện stator ở hệ trục tọa độ dq</a:t>
            </a:r>
          </a:p>
          <a:p>
            <a:pPr marL="285750" indent="-285750">
              <a:buFontTx/>
              <a:buChar char="-"/>
            </a:pPr>
            <a:endParaRPr lang="en-US" sz="2000">
              <a:solidFill>
                <a:srgbClr val="1F4E79"/>
              </a:solidFill>
              <a:latin typeface="Arial" panose="020B0604020202020204" pitchFamily="34" charset="0"/>
              <a:cs typeface="Arial" panose="020B0604020202020204" pitchFamily="34" charset="0"/>
            </a:endParaRPr>
          </a:p>
          <a:p>
            <a:r>
              <a:rPr lang="en-US" sz="2000">
                <a:solidFill>
                  <a:srgbClr val="1F4E79"/>
                </a:solidFill>
                <a:latin typeface="Arial" panose="020B0604020202020204" pitchFamily="34" charset="0"/>
                <a:cs typeface="Arial" panose="020B0604020202020204" pitchFamily="34" charset="0"/>
              </a:rPr>
              <a:t>- Điều này giúp ta tính toán cho động cơ xoay chiều như tính toán với động cơ 1 chiều.</a:t>
            </a:r>
          </a:p>
        </p:txBody>
      </p:sp>
      <p:pic>
        <p:nvPicPr>
          <p:cNvPr id="10" name="Picture 9">
            <a:extLst>
              <a:ext uri="{FF2B5EF4-FFF2-40B4-BE49-F238E27FC236}">
                <a16:creationId xmlns:a16="http://schemas.microsoft.com/office/drawing/2014/main" id="{D8B8E491-4A91-47A9-9F74-1B8B4B245721}"/>
              </a:ext>
            </a:extLst>
          </p:cNvPr>
          <p:cNvPicPr>
            <a:picLocks noChangeAspect="1"/>
          </p:cNvPicPr>
          <p:nvPr/>
        </p:nvPicPr>
        <p:blipFill>
          <a:blip r:embed="rId2"/>
          <a:stretch>
            <a:fillRect/>
          </a:stretch>
        </p:blipFill>
        <p:spPr>
          <a:xfrm>
            <a:off x="669674" y="1988598"/>
            <a:ext cx="3438284" cy="1814650"/>
          </a:xfrm>
          <a:prstGeom prst="rect">
            <a:avLst/>
          </a:prstGeom>
        </p:spPr>
      </p:pic>
      <p:graphicFrame>
        <p:nvGraphicFramePr>
          <p:cNvPr id="6" name="Object 5">
            <a:extLst>
              <a:ext uri="{FF2B5EF4-FFF2-40B4-BE49-F238E27FC236}">
                <a16:creationId xmlns:a16="http://schemas.microsoft.com/office/drawing/2014/main" id="{A9551D97-2BC7-4C3F-9D50-3F828F8A19B5}"/>
              </a:ext>
            </a:extLst>
          </p:cNvPr>
          <p:cNvGraphicFramePr>
            <a:graphicFrameLocks noChangeAspect="1"/>
          </p:cNvGraphicFramePr>
          <p:nvPr>
            <p:extLst>
              <p:ext uri="{D42A27DB-BD31-4B8C-83A1-F6EECF244321}">
                <p14:modId xmlns:p14="http://schemas.microsoft.com/office/powerpoint/2010/main" val="1598505946"/>
              </p:ext>
            </p:extLst>
          </p:nvPr>
        </p:nvGraphicFramePr>
        <p:xfrm>
          <a:off x="1579561" y="4656988"/>
          <a:ext cx="5984875" cy="1647825"/>
        </p:xfrm>
        <a:graphic>
          <a:graphicData uri="http://schemas.openxmlformats.org/presentationml/2006/ole">
            <mc:AlternateContent xmlns:mc="http://schemas.openxmlformats.org/markup-compatibility/2006">
              <mc:Choice xmlns:v="urn:schemas-microsoft-com:vml" Requires="v">
                <p:oleObj name="Equation" r:id="rId3" imgW="3504960" imgH="965160" progId="Equation.DSMT4">
                  <p:embed/>
                </p:oleObj>
              </mc:Choice>
              <mc:Fallback>
                <p:oleObj name="Equation" r:id="rId3" imgW="3504960" imgH="965160" progId="Equation.DSMT4">
                  <p:embed/>
                  <p:pic>
                    <p:nvPicPr>
                      <p:cNvPr id="0" name=""/>
                      <p:cNvPicPr/>
                      <p:nvPr/>
                    </p:nvPicPr>
                    <p:blipFill>
                      <a:blip r:embed="rId4"/>
                      <a:stretch>
                        <a:fillRect/>
                      </a:stretch>
                    </p:blipFill>
                    <p:spPr>
                      <a:xfrm>
                        <a:off x="1579561" y="4656988"/>
                        <a:ext cx="5984875" cy="1647825"/>
                      </a:xfrm>
                      <a:prstGeom prst="rect">
                        <a:avLst/>
                      </a:prstGeom>
                    </p:spPr>
                  </p:pic>
                </p:oleObj>
              </mc:Fallback>
            </mc:AlternateContent>
          </a:graphicData>
        </a:graphic>
      </p:graphicFrame>
    </p:spTree>
    <p:extLst>
      <p:ext uri="{BB962C8B-B14F-4D97-AF65-F5344CB8AC3E}">
        <p14:creationId xmlns:p14="http://schemas.microsoft.com/office/powerpoint/2010/main" val="4148611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1744EE1-B900-4AA8-B841-6B549A89D587}"/>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359D6648-5766-4657-B1C9-0C8077164A09}"/>
              </a:ext>
            </a:extLst>
          </p:cNvPr>
          <p:cNvSpPr>
            <a:spLocks noGrp="1"/>
          </p:cNvSpPr>
          <p:nvPr>
            <p:ph type="title"/>
          </p:nvPr>
        </p:nvSpPr>
        <p:spPr/>
        <p:txBody>
          <a:bodyPr/>
          <a:lstStyle/>
          <a:p>
            <a:r>
              <a:rPr lang="en-US"/>
              <a:t>Phương pháp điều khiển FOC</a:t>
            </a:r>
          </a:p>
        </p:txBody>
      </p:sp>
      <p:sp>
        <p:nvSpPr>
          <p:cNvPr id="5" name="Slide Number Placeholder 4">
            <a:extLst>
              <a:ext uri="{FF2B5EF4-FFF2-40B4-BE49-F238E27FC236}">
                <a16:creationId xmlns:a16="http://schemas.microsoft.com/office/drawing/2014/main" id="{9123D850-A98F-4F36-9B6F-B4E59E5EF34F}"/>
              </a:ext>
            </a:extLst>
          </p:cNvPr>
          <p:cNvSpPr>
            <a:spLocks noGrp="1"/>
          </p:cNvSpPr>
          <p:nvPr>
            <p:ph type="sldNum" sz="quarter" idx="4"/>
          </p:nvPr>
        </p:nvSpPr>
        <p:spPr/>
        <p:txBody>
          <a:bodyPr/>
          <a:lstStyle/>
          <a:p>
            <a:fld id="{C4AED997-7CB6-4654-8505-4D4C6D081CC6}" type="slidenum">
              <a:rPr lang="en-US" smtClean="0"/>
              <a:pPr/>
              <a:t>18</a:t>
            </a:fld>
            <a:endParaRPr lang="en-US"/>
          </a:p>
        </p:txBody>
      </p:sp>
      <p:sp>
        <p:nvSpPr>
          <p:cNvPr id="8" name="TextBox 7">
            <a:extLst>
              <a:ext uri="{FF2B5EF4-FFF2-40B4-BE49-F238E27FC236}">
                <a16:creationId xmlns:a16="http://schemas.microsoft.com/office/drawing/2014/main" id="{C369CBC9-DC76-4B31-B67E-E1BFE1622F38}"/>
              </a:ext>
            </a:extLst>
          </p:cNvPr>
          <p:cNvSpPr txBox="1"/>
          <p:nvPr/>
        </p:nvSpPr>
        <p:spPr>
          <a:xfrm>
            <a:off x="855590" y="960828"/>
            <a:ext cx="6847596" cy="400110"/>
          </a:xfrm>
          <a:prstGeom prst="rect">
            <a:avLst/>
          </a:prstGeom>
          <a:noFill/>
        </p:spPr>
        <p:txBody>
          <a:bodyPr wrap="square" rtlCol="0">
            <a:spAutoFit/>
          </a:bodyPr>
          <a:lstStyle/>
          <a:p>
            <a:r>
              <a:rPr lang="en-US" sz="2000">
                <a:solidFill>
                  <a:schemeClr val="accent1">
                    <a:lumMod val="50000"/>
                  </a:schemeClr>
                </a:solidFill>
                <a:latin typeface="Arial" panose="020B0604020202020204" pitchFamily="34" charset="0"/>
                <a:cs typeface="Arial" panose="020B0604020202020204" pitchFamily="34" charset="0"/>
              </a:rPr>
              <a:t>3.3: Mô hình từ thông</a:t>
            </a:r>
          </a:p>
        </p:txBody>
      </p:sp>
      <p:pic>
        <p:nvPicPr>
          <p:cNvPr id="6" name="Picture 5">
            <a:extLst>
              <a:ext uri="{FF2B5EF4-FFF2-40B4-BE49-F238E27FC236}">
                <a16:creationId xmlns:a16="http://schemas.microsoft.com/office/drawing/2014/main" id="{6FE00AEA-B789-4A02-A4BD-51AA9DD52DE3}"/>
              </a:ext>
            </a:extLst>
          </p:cNvPr>
          <p:cNvPicPr>
            <a:picLocks noChangeAspect="1"/>
          </p:cNvPicPr>
          <p:nvPr/>
        </p:nvPicPr>
        <p:blipFill>
          <a:blip r:embed="rId2"/>
          <a:stretch>
            <a:fillRect/>
          </a:stretch>
        </p:blipFill>
        <p:spPr>
          <a:xfrm>
            <a:off x="404109" y="1775535"/>
            <a:ext cx="3417247" cy="1778493"/>
          </a:xfrm>
          <a:prstGeom prst="rect">
            <a:avLst/>
          </a:prstGeom>
        </p:spPr>
      </p:pic>
      <p:sp>
        <p:nvSpPr>
          <p:cNvPr id="7" name="TextBox 6">
            <a:extLst>
              <a:ext uri="{FF2B5EF4-FFF2-40B4-BE49-F238E27FC236}">
                <a16:creationId xmlns:a16="http://schemas.microsoft.com/office/drawing/2014/main" id="{200D5818-5A95-44B3-8BEF-7AEF0398739B}"/>
              </a:ext>
            </a:extLst>
          </p:cNvPr>
          <p:cNvSpPr txBox="1"/>
          <p:nvPr/>
        </p:nvSpPr>
        <p:spPr>
          <a:xfrm>
            <a:off x="4252404" y="1518082"/>
            <a:ext cx="4487487" cy="2554545"/>
          </a:xfrm>
          <a:prstGeom prst="rect">
            <a:avLst/>
          </a:prstGeom>
          <a:noFill/>
        </p:spPr>
        <p:txBody>
          <a:bodyPr wrap="square" rtlCol="0">
            <a:spAutoFit/>
          </a:bodyPr>
          <a:lstStyle/>
          <a:p>
            <a:r>
              <a:rPr lang="en-US" sz="2000">
                <a:solidFill>
                  <a:srgbClr val="1F4E79"/>
                </a:solidFill>
                <a:latin typeface="Arial" panose="020B0604020202020204" pitchFamily="34" charset="0"/>
                <a:cs typeface="Arial" panose="020B0604020202020204" pitchFamily="34" charset="0"/>
              </a:rPr>
              <a:t>- Mô hình từ thông có đầu vào là dòng điện và tốc độ của động cơ sau nghịch lưu. Đầu ra là từ thông rotor, góc tựa từ thông.</a:t>
            </a:r>
          </a:p>
          <a:p>
            <a:pPr marL="285750" indent="-285750">
              <a:buFontTx/>
              <a:buChar char="-"/>
            </a:pPr>
            <a:endParaRPr lang="en-US" sz="2000">
              <a:solidFill>
                <a:srgbClr val="1F4E79"/>
              </a:solidFill>
              <a:latin typeface="Arial" panose="020B0604020202020204" pitchFamily="34" charset="0"/>
              <a:cs typeface="Arial" panose="020B0604020202020204" pitchFamily="34" charset="0"/>
            </a:endParaRPr>
          </a:p>
          <a:p>
            <a:r>
              <a:rPr lang="en-US" sz="2000">
                <a:solidFill>
                  <a:srgbClr val="1F4E79"/>
                </a:solidFill>
                <a:latin typeface="Arial" panose="020B0604020202020204" pitchFamily="34" charset="0"/>
                <a:cs typeface="Arial" panose="020B0604020202020204" pitchFamily="34" charset="0"/>
              </a:rPr>
              <a:t>- Từ 2 phương trình từ thông (2.7 và 2.8), ta xây dựng được mô hình từ thông.</a:t>
            </a:r>
          </a:p>
        </p:txBody>
      </p:sp>
      <p:graphicFrame>
        <p:nvGraphicFramePr>
          <p:cNvPr id="2" name="Object 1">
            <a:extLst>
              <a:ext uri="{FF2B5EF4-FFF2-40B4-BE49-F238E27FC236}">
                <a16:creationId xmlns:a16="http://schemas.microsoft.com/office/drawing/2014/main" id="{57CC1D85-A9A1-4476-8C98-E86DAD497761}"/>
              </a:ext>
            </a:extLst>
          </p:cNvPr>
          <p:cNvGraphicFramePr>
            <a:graphicFrameLocks noChangeAspect="1"/>
          </p:cNvGraphicFramePr>
          <p:nvPr>
            <p:extLst>
              <p:ext uri="{D42A27DB-BD31-4B8C-83A1-F6EECF244321}">
                <p14:modId xmlns:p14="http://schemas.microsoft.com/office/powerpoint/2010/main" val="2191334281"/>
              </p:ext>
            </p:extLst>
          </p:nvPr>
        </p:nvGraphicFramePr>
        <p:xfrm>
          <a:off x="5379001" y="4402971"/>
          <a:ext cx="2972185" cy="1236748"/>
        </p:xfrm>
        <a:graphic>
          <a:graphicData uri="http://schemas.openxmlformats.org/presentationml/2006/ole">
            <mc:AlternateContent xmlns:mc="http://schemas.openxmlformats.org/markup-compatibility/2006">
              <mc:Choice xmlns:v="urn:schemas-microsoft-com:vml" Requires="v">
                <p:oleObj name="Equation" r:id="rId3" imgW="1892160" imgH="787320" progId="Equation.DSMT4">
                  <p:embed/>
                </p:oleObj>
              </mc:Choice>
              <mc:Fallback>
                <p:oleObj name="Equation" r:id="rId3" imgW="1892160" imgH="787320" progId="Equation.DSMT4">
                  <p:embed/>
                  <p:pic>
                    <p:nvPicPr>
                      <p:cNvPr id="0" name=""/>
                      <p:cNvPicPr/>
                      <p:nvPr/>
                    </p:nvPicPr>
                    <p:blipFill>
                      <a:blip r:embed="rId4"/>
                      <a:stretch>
                        <a:fillRect/>
                      </a:stretch>
                    </p:blipFill>
                    <p:spPr>
                      <a:xfrm>
                        <a:off x="5379001" y="4402971"/>
                        <a:ext cx="2972185" cy="1236748"/>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9875E082-E928-438F-8EE7-EBCC1F374A90}"/>
              </a:ext>
            </a:extLst>
          </p:cNvPr>
          <p:cNvGraphicFramePr>
            <a:graphicFrameLocks noChangeAspect="1"/>
          </p:cNvGraphicFramePr>
          <p:nvPr>
            <p:extLst>
              <p:ext uri="{D42A27DB-BD31-4B8C-83A1-F6EECF244321}">
                <p14:modId xmlns:p14="http://schemas.microsoft.com/office/powerpoint/2010/main" val="3696734970"/>
              </p:ext>
            </p:extLst>
          </p:nvPr>
        </p:nvGraphicFramePr>
        <p:xfrm>
          <a:off x="923214" y="4148310"/>
          <a:ext cx="3245409" cy="1633451"/>
        </p:xfrm>
        <a:graphic>
          <a:graphicData uri="http://schemas.openxmlformats.org/presentationml/2006/ole">
            <mc:AlternateContent xmlns:mc="http://schemas.openxmlformats.org/markup-compatibility/2006">
              <mc:Choice xmlns:v="urn:schemas-microsoft-com:vml" Requires="v">
                <p:oleObj name="Equation" r:id="rId5" imgW="1917360" imgH="965160" progId="Equation.DSMT4">
                  <p:embed/>
                </p:oleObj>
              </mc:Choice>
              <mc:Fallback>
                <p:oleObj name="Equation" r:id="rId5" imgW="1917360" imgH="965160" progId="Equation.DSMT4">
                  <p:embed/>
                  <p:pic>
                    <p:nvPicPr>
                      <p:cNvPr id="0" name=""/>
                      <p:cNvPicPr/>
                      <p:nvPr/>
                    </p:nvPicPr>
                    <p:blipFill>
                      <a:blip r:embed="rId6"/>
                      <a:stretch>
                        <a:fillRect/>
                      </a:stretch>
                    </p:blipFill>
                    <p:spPr>
                      <a:xfrm>
                        <a:off x="923214" y="4148310"/>
                        <a:ext cx="3245409" cy="1633451"/>
                      </a:xfrm>
                      <a:prstGeom prst="rect">
                        <a:avLst/>
                      </a:prstGeom>
                    </p:spPr>
                  </p:pic>
                </p:oleObj>
              </mc:Fallback>
            </mc:AlternateContent>
          </a:graphicData>
        </a:graphic>
      </p:graphicFrame>
      <p:sp>
        <p:nvSpPr>
          <p:cNvPr id="10" name="TextBox 9">
            <a:extLst>
              <a:ext uri="{FF2B5EF4-FFF2-40B4-BE49-F238E27FC236}">
                <a16:creationId xmlns:a16="http://schemas.microsoft.com/office/drawing/2014/main" id="{A10437EB-35E3-40F2-9519-7BE71277A1BF}"/>
              </a:ext>
            </a:extLst>
          </p:cNvPr>
          <p:cNvSpPr txBox="1"/>
          <p:nvPr/>
        </p:nvSpPr>
        <p:spPr>
          <a:xfrm>
            <a:off x="4434192" y="4755259"/>
            <a:ext cx="541187" cy="369332"/>
          </a:xfrm>
          <a:prstGeom prst="rect">
            <a:avLst/>
          </a:prstGeom>
          <a:noFill/>
        </p:spPr>
        <p:txBody>
          <a:bodyPr wrap="square" rtlCol="0">
            <a:spAutoFit/>
          </a:bodyPr>
          <a:lstStyle/>
          <a:p>
            <a:r>
              <a:rPr lang="en-US">
                <a:solidFill>
                  <a:srgbClr val="1F4E79"/>
                </a:solidFill>
                <a:latin typeface="Arial" panose="020B0604020202020204" pitchFamily="34" charset="0"/>
                <a:cs typeface="Arial" panose="020B0604020202020204" pitchFamily="34" charset="0"/>
              </a:rPr>
              <a:t>Với</a:t>
            </a:r>
          </a:p>
        </p:txBody>
      </p:sp>
    </p:spTree>
    <p:extLst>
      <p:ext uri="{BB962C8B-B14F-4D97-AF65-F5344CB8AC3E}">
        <p14:creationId xmlns:p14="http://schemas.microsoft.com/office/powerpoint/2010/main" val="166413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50E6412-61DD-4003-A155-FA0CC19E4F52}"/>
              </a:ext>
            </a:extLst>
          </p:cNvPr>
          <p:cNvSpPr>
            <a:spLocks noGrp="1"/>
          </p:cNvSpPr>
          <p:nvPr>
            <p:ph type="subTitle" idx="1"/>
          </p:nvPr>
        </p:nvSpPr>
        <p:spPr>
          <a:xfrm>
            <a:off x="3328481" y="1740292"/>
            <a:ext cx="5022705" cy="4391530"/>
          </a:xfrm>
        </p:spPr>
        <p:txBody>
          <a:bodyPr>
            <a:normAutofit/>
          </a:bodyPr>
          <a:lstStyle/>
          <a:p>
            <a:pPr algn="l"/>
            <a:r>
              <a:rPr lang="en-US" sz="2000"/>
              <a:t>- Bộ điều chỉnh Ri làm tăng chất lượng dòng điện stator bằng việc điều chỉnh hai dòng điện quy đổi i</a:t>
            </a:r>
            <a:r>
              <a:rPr lang="en-US" sz="2000" baseline="-25000"/>
              <a:t>sd</a:t>
            </a:r>
            <a:r>
              <a:rPr lang="en-US" sz="2000"/>
              <a:t> và i</a:t>
            </a:r>
            <a:r>
              <a:rPr lang="en-US" sz="2000" baseline="-25000"/>
              <a:t>sq</a:t>
            </a:r>
            <a:r>
              <a:rPr lang="en-US" sz="2000"/>
              <a:t>.</a:t>
            </a:r>
          </a:p>
          <a:p>
            <a:pPr algn="l"/>
            <a:r>
              <a:rPr lang="en-US" sz="2000"/>
              <a:t>- Nếu ta giữ nguyên được i</a:t>
            </a:r>
            <a:r>
              <a:rPr lang="en-US" sz="2000" baseline="-25000"/>
              <a:t>sd</a:t>
            </a:r>
            <a:r>
              <a:rPr lang="en-US" sz="2000"/>
              <a:t> và i</a:t>
            </a:r>
            <a:r>
              <a:rPr lang="en-US" sz="2000" baseline="-25000"/>
              <a:t>sq</a:t>
            </a:r>
            <a:r>
              <a:rPr lang="en-US" sz="2000"/>
              <a:t> thì Momen động cơ sinh ra ổn định.</a:t>
            </a:r>
          </a:p>
          <a:p>
            <a:pPr algn="l"/>
            <a:r>
              <a:rPr lang="en-US" sz="2000"/>
              <a:t>- Đầu ra của Ri là u</a:t>
            </a:r>
            <a:r>
              <a:rPr lang="en-US" sz="2000" baseline="-25000"/>
              <a:t>sd</a:t>
            </a:r>
            <a:r>
              <a:rPr lang="en-US" sz="2000"/>
              <a:t> và u</a:t>
            </a:r>
            <a:r>
              <a:rPr lang="en-US" sz="2000" baseline="-25000"/>
              <a:t>sq</a:t>
            </a:r>
            <a:r>
              <a:rPr lang="en-US" sz="2000"/>
              <a:t>, được sử dụng để phục vụ khâu điều chế SVM </a:t>
            </a:r>
          </a:p>
          <a:p>
            <a:pPr algn="l"/>
            <a:r>
              <a:rPr lang="en-US" sz="2000"/>
              <a:t>- Lượng đặt cho dòng điện là      và      được tính toán từ hai bộ điều chỉnh tốc độ và bộ điều chỉnh từ thông.</a:t>
            </a:r>
          </a:p>
          <a:p>
            <a:pPr algn="l"/>
            <a:endParaRPr lang="en-US" sz="2000"/>
          </a:p>
        </p:txBody>
      </p:sp>
      <p:sp>
        <p:nvSpPr>
          <p:cNvPr id="3" name="Text Placeholder 2">
            <a:extLst>
              <a:ext uri="{FF2B5EF4-FFF2-40B4-BE49-F238E27FC236}">
                <a16:creationId xmlns:a16="http://schemas.microsoft.com/office/drawing/2014/main" id="{4A9BEAE0-D3A8-4D33-9147-614FD24E8B9B}"/>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A2068223-96A5-40E0-8CF9-F400775948CF}"/>
              </a:ext>
            </a:extLst>
          </p:cNvPr>
          <p:cNvSpPr>
            <a:spLocks noGrp="1"/>
          </p:cNvSpPr>
          <p:nvPr>
            <p:ph type="title"/>
          </p:nvPr>
        </p:nvSpPr>
        <p:spPr/>
        <p:txBody>
          <a:bodyPr/>
          <a:lstStyle/>
          <a:p>
            <a:r>
              <a:rPr lang="en-US"/>
              <a:t>Phương pháp điều khiển FOC</a:t>
            </a:r>
          </a:p>
        </p:txBody>
      </p:sp>
      <p:sp>
        <p:nvSpPr>
          <p:cNvPr id="5" name="Slide Number Placeholder 4">
            <a:extLst>
              <a:ext uri="{FF2B5EF4-FFF2-40B4-BE49-F238E27FC236}">
                <a16:creationId xmlns:a16="http://schemas.microsoft.com/office/drawing/2014/main" id="{438A632A-6305-4014-86BD-798BEADE0826}"/>
              </a:ext>
            </a:extLst>
          </p:cNvPr>
          <p:cNvSpPr>
            <a:spLocks noGrp="1"/>
          </p:cNvSpPr>
          <p:nvPr>
            <p:ph type="sldNum" sz="quarter" idx="4"/>
          </p:nvPr>
        </p:nvSpPr>
        <p:spPr/>
        <p:txBody>
          <a:bodyPr/>
          <a:lstStyle/>
          <a:p>
            <a:fld id="{C4AED997-7CB6-4654-8505-4D4C6D081CC6}" type="slidenum">
              <a:rPr lang="en-US" smtClean="0"/>
              <a:pPr/>
              <a:t>19</a:t>
            </a:fld>
            <a:endParaRPr lang="en-US"/>
          </a:p>
        </p:txBody>
      </p:sp>
      <p:graphicFrame>
        <p:nvGraphicFramePr>
          <p:cNvPr id="6" name="Object 5">
            <a:extLst>
              <a:ext uri="{FF2B5EF4-FFF2-40B4-BE49-F238E27FC236}">
                <a16:creationId xmlns:a16="http://schemas.microsoft.com/office/drawing/2014/main" id="{A40EE609-380B-4E3E-B0F2-F8213ADFE34D}"/>
              </a:ext>
            </a:extLst>
          </p:cNvPr>
          <p:cNvGraphicFramePr>
            <a:graphicFrameLocks noChangeAspect="1"/>
          </p:cNvGraphicFramePr>
          <p:nvPr>
            <p:extLst>
              <p:ext uri="{D42A27DB-BD31-4B8C-83A1-F6EECF244321}">
                <p14:modId xmlns:p14="http://schemas.microsoft.com/office/powerpoint/2010/main" val="98262916"/>
              </p:ext>
            </p:extLst>
          </p:nvPr>
        </p:nvGraphicFramePr>
        <p:xfrm>
          <a:off x="6734458" y="3936057"/>
          <a:ext cx="330744" cy="483395"/>
        </p:xfrm>
        <a:graphic>
          <a:graphicData uri="http://schemas.openxmlformats.org/presentationml/2006/ole">
            <mc:AlternateContent xmlns:mc="http://schemas.openxmlformats.org/markup-compatibility/2006">
              <mc:Choice xmlns:v="urn:schemas-microsoft-com:vml" Requires="v">
                <p:oleObj name="Equation" r:id="rId2" imgW="164880" imgH="241200" progId="Equation.DSMT4">
                  <p:embed/>
                </p:oleObj>
              </mc:Choice>
              <mc:Fallback>
                <p:oleObj name="Equation" r:id="rId2" imgW="164880" imgH="241200" progId="Equation.DSMT4">
                  <p:embed/>
                  <p:pic>
                    <p:nvPicPr>
                      <p:cNvPr id="0" name=""/>
                      <p:cNvPicPr/>
                      <p:nvPr/>
                    </p:nvPicPr>
                    <p:blipFill>
                      <a:blip r:embed="rId3"/>
                      <a:stretch>
                        <a:fillRect/>
                      </a:stretch>
                    </p:blipFill>
                    <p:spPr>
                      <a:xfrm>
                        <a:off x="6734458" y="3936057"/>
                        <a:ext cx="330744" cy="483395"/>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F62917A8-A629-4F89-9503-B91F5A0865A8}"/>
              </a:ext>
            </a:extLst>
          </p:cNvPr>
          <p:cNvGraphicFramePr>
            <a:graphicFrameLocks noChangeAspect="1"/>
          </p:cNvGraphicFramePr>
          <p:nvPr>
            <p:extLst>
              <p:ext uri="{D42A27DB-BD31-4B8C-83A1-F6EECF244321}">
                <p14:modId xmlns:p14="http://schemas.microsoft.com/office/powerpoint/2010/main" val="2192195634"/>
              </p:ext>
            </p:extLst>
          </p:nvPr>
        </p:nvGraphicFramePr>
        <p:xfrm>
          <a:off x="7409617" y="3922960"/>
          <a:ext cx="330200" cy="509588"/>
        </p:xfrm>
        <a:graphic>
          <a:graphicData uri="http://schemas.openxmlformats.org/presentationml/2006/ole">
            <mc:AlternateContent xmlns:mc="http://schemas.openxmlformats.org/markup-compatibility/2006">
              <mc:Choice xmlns:v="urn:schemas-microsoft-com:vml" Requires="v">
                <p:oleObj name="Equation" r:id="rId4" imgW="164880" imgH="253800" progId="Equation.DSMT4">
                  <p:embed/>
                </p:oleObj>
              </mc:Choice>
              <mc:Fallback>
                <p:oleObj name="Equation" r:id="rId4" imgW="164880" imgH="253800" progId="Equation.DSMT4">
                  <p:embed/>
                  <p:pic>
                    <p:nvPicPr>
                      <p:cNvPr id="6" name="Object 5">
                        <a:extLst>
                          <a:ext uri="{FF2B5EF4-FFF2-40B4-BE49-F238E27FC236}">
                            <a16:creationId xmlns:a16="http://schemas.microsoft.com/office/drawing/2014/main" id="{A40EE609-380B-4E3E-B0F2-F8213ADFE34D}"/>
                          </a:ext>
                        </a:extLst>
                      </p:cNvPr>
                      <p:cNvPicPr/>
                      <p:nvPr/>
                    </p:nvPicPr>
                    <p:blipFill>
                      <a:blip r:embed="rId5"/>
                      <a:stretch>
                        <a:fillRect/>
                      </a:stretch>
                    </p:blipFill>
                    <p:spPr>
                      <a:xfrm>
                        <a:off x="7409617" y="3922960"/>
                        <a:ext cx="330200" cy="509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1F0BEE22-B03E-4B8A-91EC-0EFD73ADE027}"/>
              </a:ext>
            </a:extLst>
          </p:cNvPr>
          <p:cNvPicPr>
            <a:picLocks noChangeAspect="1"/>
          </p:cNvPicPr>
          <p:nvPr/>
        </p:nvPicPr>
        <p:blipFill>
          <a:blip r:embed="rId6"/>
          <a:stretch>
            <a:fillRect/>
          </a:stretch>
        </p:blipFill>
        <p:spPr>
          <a:xfrm>
            <a:off x="356884" y="1920503"/>
            <a:ext cx="2879500" cy="3237647"/>
          </a:xfrm>
          <a:prstGeom prst="rect">
            <a:avLst/>
          </a:prstGeom>
        </p:spPr>
      </p:pic>
      <p:sp>
        <p:nvSpPr>
          <p:cNvPr id="12" name="TextBox 11">
            <a:extLst>
              <a:ext uri="{FF2B5EF4-FFF2-40B4-BE49-F238E27FC236}">
                <a16:creationId xmlns:a16="http://schemas.microsoft.com/office/drawing/2014/main" id="{572028C6-8C62-41A3-AACB-9AAD28D07159}"/>
              </a:ext>
            </a:extLst>
          </p:cNvPr>
          <p:cNvSpPr txBox="1"/>
          <p:nvPr/>
        </p:nvSpPr>
        <p:spPr>
          <a:xfrm>
            <a:off x="535993" y="979714"/>
            <a:ext cx="7038724" cy="400110"/>
          </a:xfrm>
          <a:prstGeom prst="rect">
            <a:avLst/>
          </a:prstGeom>
          <a:noFill/>
        </p:spPr>
        <p:txBody>
          <a:bodyPr wrap="square" rtlCol="0">
            <a:spAutoFit/>
          </a:bodyPr>
          <a:lstStyle/>
          <a:p>
            <a:pPr algn="l"/>
            <a:r>
              <a:rPr lang="en-US" sz="2000">
                <a:solidFill>
                  <a:schemeClr val="accent1">
                    <a:lumMod val="50000"/>
                  </a:schemeClr>
                </a:solidFill>
                <a:latin typeface="Arial" panose="020B0604020202020204" pitchFamily="34" charset="0"/>
                <a:cs typeface="Arial" panose="020B0604020202020204" pitchFamily="34" charset="0"/>
              </a:rPr>
              <a:t>3.4: Bộ điều chỉnh dòng điện (Ri)</a:t>
            </a:r>
          </a:p>
        </p:txBody>
      </p:sp>
    </p:spTree>
    <p:extLst>
      <p:ext uri="{BB962C8B-B14F-4D97-AF65-F5344CB8AC3E}">
        <p14:creationId xmlns:p14="http://schemas.microsoft.com/office/powerpoint/2010/main" val="14264540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50E6412-61DD-4003-A155-FA0CC19E4F52}"/>
              </a:ext>
            </a:extLst>
          </p:cNvPr>
          <p:cNvSpPr>
            <a:spLocks noGrp="1"/>
          </p:cNvSpPr>
          <p:nvPr>
            <p:ph type="subTitle" idx="1"/>
          </p:nvPr>
        </p:nvSpPr>
        <p:spPr>
          <a:xfrm>
            <a:off x="3412473" y="1819341"/>
            <a:ext cx="5022705" cy="4391530"/>
          </a:xfrm>
        </p:spPr>
        <p:txBody>
          <a:bodyPr>
            <a:normAutofit/>
          </a:bodyPr>
          <a:lstStyle/>
          <a:p>
            <a:pPr algn="l"/>
            <a:r>
              <a:rPr lang="en-US" sz="1800"/>
              <a:t>- Từ mô hình dòng điện (Ph</a:t>
            </a:r>
            <a:r>
              <a:rPr lang="vi-VN" sz="1800"/>
              <a:t>ư</a:t>
            </a:r>
            <a:r>
              <a:rPr lang="en-US" sz="1800"/>
              <a:t>ơng trình 2.5, 2.6) ta thấy có thành phần xen kênh. Vì vậy khi thiết kế bộ điều khiển ta phải khử thành phần xen kênh này.</a:t>
            </a:r>
          </a:p>
          <a:p>
            <a:pPr algn="l"/>
            <a:r>
              <a:rPr lang="en-US" sz="1800"/>
              <a:t>- Sau cùng, ta thấy quan hệ giữa i</a:t>
            </a:r>
            <a:r>
              <a:rPr lang="en-US" sz="1800" baseline="-25000"/>
              <a:t>sd</a:t>
            </a:r>
            <a:r>
              <a:rPr lang="en-US" sz="1800"/>
              <a:t> và u</a:t>
            </a:r>
            <a:r>
              <a:rPr lang="en-US" sz="1800" baseline="-25000"/>
              <a:t>sd</a:t>
            </a:r>
            <a:r>
              <a:rPr lang="en-US" sz="1800"/>
              <a:t>, i</a:t>
            </a:r>
            <a:r>
              <a:rPr lang="en-US" sz="1800" baseline="-25000"/>
              <a:t>sq</a:t>
            </a:r>
            <a:r>
              <a:rPr lang="en-US" sz="1800"/>
              <a:t> và u</a:t>
            </a:r>
            <a:r>
              <a:rPr lang="en-US" sz="1800" baseline="-25000"/>
              <a:t>sq</a:t>
            </a:r>
            <a:r>
              <a:rPr lang="en-US" sz="1800"/>
              <a:t> là khâu quán tính bậc nhất. Ta thiết kế bộ điều khiển PI dựa theo mô hình sau:</a:t>
            </a:r>
          </a:p>
          <a:p>
            <a:pPr algn="l"/>
            <a:endParaRPr lang="en-US" sz="2000"/>
          </a:p>
        </p:txBody>
      </p:sp>
      <p:sp>
        <p:nvSpPr>
          <p:cNvPr id="3" name="Text Placeholder 2">
            <a:extLst>
              <a:ext uri="{FF2B5EF4-FFF2-40B4-BE49-F238E27FC236}">
                <a16:creationId xmlns:a16="http://schemas.microsoft.com/office/drawing/2014/main" id="{4A9BEAE0-D3A8-4D33-9147-614FD24E8B9B}"/>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A2068223-96A5-40E0-8CF9-F400775948CF}"/>
              </a:ext>
            </a:extLst>
          </p:cNvPr>
          <p:cNvSpPr>
            <a:spLocks noGrp="1"/>
          </p:cNvSpPr>
          <p:nvPr>
            <p:ph type="title"/>
          </p:nvPr>
        </p:nvSpPr>
        <p:spPr/>
        <p:txBody>
          <a:bodyPr/>
          <a:lstStyle/>
          <a:p>
            <a:r>
              <a:rPr lang="en-US"/>
              <a:t>Phương pháp điều khiển FOC</a:t>
            </a:r>
          </a:p>
        </p:txBody>
      </p:sp>
      <p:sp>
        <p:nvSpPr>
          <p:cNvPr id="5" name="Slide Number Placeholder 4">
            <a:extLst>
              <a:ext uri="{FF2B5EF4-FFF2-40B4-BE49-F238E27FC236}">
                <a16:creationId xmlns:a16="http://schemas.microsoft.com/office/drawing/2014/main" id="{438A632A-6305-4014-86BD-798BEADE0826}"/>
              </a:ext>
            </a:extLst>
          </p:cNvPr>
          <p:cNvSpPr>
            <a:spLocks noGrp="1"/>
          </p:cNvSpPr>
          <p:nvPr>
            <p:ph type="sldNum" sz="quarter" idx="4"/>
          </p:nvPr>
        </p:nvSpPr>
        <p:spPr/>
        <p:txBody>
          <a:bodyPr/>
          <a:lstStyle/>
          <a:p>
            <a:fld id="{C4AED997-7CB6-4654-8505-4D4C6D081CC6}" type="slidenum">
              <a:rPr lang="en-US" smtClean="0"/>
              <a:pPr/>
              <a:t>20</a:t>
            </a:fld>
            <a:endParaRPr lang="en-US"/>
          </a:p>
        </p:txBody>
      </p:sp>
      <p:pic>
        <p:nvPicPr>
          <p:cNvPr id="11" name="Picture 10">
            <a:extLst>
              <a:ext uri="{FF2B5EF4-FFF2-40B4-BE49-F238E27FC236}">
                <a16:creationId xmlns:a16="http://schemas.microsoft.com/office/drawing/2014/main" id="{1F0BEE22-B03E-4B8A-91EC-0EFD73ADE027}"/>
              </a:ext>
            </a:extLst>
          </p:cNvPr>
          <p:cNvPicPr>
            <a:picLocks noChangeAspect="1"/>
          </p:cNvPicPr>
          <p:nvPr/>
        </p:nvPicPr>
        <p:blipFill>
          <a:blip r:embed="rId2"/>
          <a:stretch>
            <a:fillRect/>
          </a:stretch>
        </p:blipFill>
        <p:spPr>
          <a:xfrm>
            <a:off x="340676" y="1649294"/>
            <a:ext cx="2879500" cy="3237647"/>
          </a:xfrm>
          <a:prstGeom prst="rect">
            <a:avLst/>
          </a:prstGeom>
        </p:spPr>
      </p:pic>
      <p:sp>
        <p:nvSpPr>
          <p:cNvPr id="12" name="TextBox 11">
            <a:extLst>
              <a:ext uri="{FF2B5EF4-FFF2-40B4-BE49-F238E27FC236}">
                <a16:creationId xmlns:a16="http://schemas.microsoft.com/office/drawing/2014/main" id="{572028C6-8C62-41A3-AACB-9AAD28D07159}"/>
              </a:ext>
            </a:extLst>
          </p:cNvPr>
          <p:cNvSpPr txBox="1"/>
          <p:nvPr/>
        </p:nvSpPr>
        <p:spPr>
          <a:xfrm>
            <a:off x="535993" y="979714"/>
            <a:ext cx="7038724" cy="400110"/>
          </a:xfrm>
          <a:prstGeom prst="rect">
            <a:avLst/>
          </a:prstGeom>
          <a:noFill/>
        </p:spPr>
        <p:txBody>
          <a:bodyPr wrap="square" rtlCol="0">
            <a:spAutoFit/>
          </a:bodyPr>
          <a:lstStyle/>
          <a:p>
            <a:pPr algn="l"/>
            <a:r>
              <a:rPr lang="en-US" sz="2000">
                <a:solidFill>
                  <a:schemeClr val="accent1">
                    <a:lumMod val="50000"/>
                  </a:schemeClr>
                </a:solidFill>
                <a:latin typeface="Arial" panose="020B0604020202020204" pitchFamily="34" charset="0"/>
                <a:cs typeface="Arial" panose="020B0604020202020204" pitchFamily="34" charset="0"/>
              </a:rPr>
              <a:t>3.4: Bộ điều chỉnh dòng điện (Ri)</a:t>
            </a:r>
          </a:p>
        </p:txBody>
      </p:sp>
      <p:pic>
        <p:nvPicPr>
          <p:cNvPr id="10" name="Picture 9">
            <a:extLst>
              <a:ext uri="{FF2B5EF4-FFF2-40B4-BE49-F238E27FC236}">
                <a16:creationId xmlns:a16="http://schemas.microsoft.com/office/drawing/2014/main" id="{7EBD575A-792D-48DB-A833-346EB8D3498A}"/>
              </a:ext>
            </a:extLst>
          </p:cNvPr>
          <p:cNvPicPr>
            <a:picLocks noChangeAspect="1"/>
          </p:cNvPicPr>
          <p:nvPr/>
        </p:nvPicPr>
        <p:blipFill>
          <a:blip r:embed="rId3"/>
          <a:stretch>
            <a:fillRect/>
          </a:stretch>
        </p:blipFill>
        <p:spPr>
          <a:xfrm>
            <a:off x="1695480" y="4723145"/>
            <a:ext cx="6300317" cy="1487726"/>
          </a:xfrm>
          <a:prstGeom prst="rect">
            <a:avLst/>
          </a:prstGeom>
        </p:spPr>
      </p:pic>
    </p:spTree>
    <p:extLst>
      <p:ext uri="{BB962C8B-B14F-4D97-AF65-F5344CB8AC3E}">
        <p14:creationId xmlns:p14="http://schemas.microsoft.com/office/powerpoint/2010/main" val="41131459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50E6412-61DD-4003-A155-FA0CC19E4F52}"/>
              </a:ext>
            </a:extLst>
          </p:cNvPr>
          <p:cNvSpPr>
            <a:spLocks noGrp="1"/>
          </p:cNvSpPr>
          <p:nvPr>
            <p:ph type="subTitle" idx="1"/>
          </p:nvPr>
        </p:nvSpPr>
        <p:spPr/>
        <p:txBody>
          <a:bodyPr>
            <a:normAutofit/>
          </a:bodyPr>
          <a:lstStyle/>
          <a:p>
            <a:pPr algn="l"/>
            <a:r>
              <a:rPr lang="en-US" sz="2000"/>
              <a:t>3.5: Khâu SVM</a:t>
            </a:r>
          </a:p>
          <a:p>
            <a:pPr algn="l"/>
            <a:endParaRPr lang="en-US" sz="2000"/>
          </a:p>
          <a:p>
            <a:pPr algn="l"/>
            <a:endParaRPr lang="en-US" sz="2000"/>
          </a:p>
          <a:p>
            <a:pPr algn="l"/>
            <a:endParaRPr lang="en-US" sz="2000"/>
          </a:p>
          <a:p>
            <a:pPr algn="l"/>
            <a:endParaRPr lang="en-US" sz="2000"/>
          </a:p>
          <a:p>
            <a:pPr algn="l"/>
            <a:endParaRPr lang="en-US" sz="2000"/>
          </a:p>
          <a:p>
            <a:pPr algn="l"/>
            <a:endParaRPr lang="en-US" sz="2000"/>
          </a:p>
          <a:p>
            <a:pPr algn="l"/>
            <a:r>
              <a:rPr lang="en-US" sz="2000"/>
              <a:t>Khối SVM sử dụng phương pháp điều chế SVM để phát xung điều khiển van bán dẫn của mạch nghịch lưu nguồn áp.</a:t>
            </a:r>
          </a:p>
          <a:p>
            <a:pPr algn="l"/>
            <a:r>
              <a:rPr lang="en-US" sz="2000"/>
              <a:t>Đầu vào của khối SVM là điện áp u</a:t>
            </a:r>
            <a:r>
              <a:rPr lang="en-US" sz="2000" baseline="-25000"/>
              <a:t>s</a:t>
            </a:r>
            <a:r>
              <a:rPr lang="el-GR" sz="2000" baseline="-25000"/>
              <a:t>α</a:t>
            </a:r>
            <a:r>
              <a:rPr lang="en-US" sz="2000" baseline="-25000"/>
              <a:t> </a:t>
            </a:r>
            <a:r>
              <a:rPr lang="en-US" sz="2000"/>
              <a:t>và u</a:t>
            </a:r>
            <a:r>
              <a:rPr lang="en-US" sz="2000" baseline="-25000"/>
              <a:t>s</a:t>
            </a:r>
            <a:r>
              <a:rPr lang="el-GR" sz="2000" baseline="-25000"/>
              <a:t>β</a:t>
            </a:r>
            <a:r>
              <a:rPr lang="en-US" sz="2000" baseline="-25000"/>
              <a:t> </a:t>
            </a:r>
            <a:r>
              <a:rPr lang="en-US" sz="2000"/>
              <a:t>được tính toán từ đầu ra của bộ điều chỉnh dòng điện.</a:t>
            </a:r>
          </a:p>
          <a:p>
            <a:pPr algn="l"/>
            <a:r>
              <a:rPr lang="en-US" sz="2000"/>
              <a:t>Đầu ra là duty cycle rồi so sánh với khâu răng cưa để phát xung cho van.</a:t>
            </a:r>
          </a:p>
          <a:p>
            <a:pPr algn="l"/>
            <a:endParaRPr lang="en-US" sz="2000"/>
          </a:p>
        </p:txBody>
      </p:sp>
      <p:sp>
        <p:nvSpPr>
          <p:cNvPr id="3" name="Text Placeholder 2">
            <a:extLst>
              <a:ext uri="{FF2B5EF4-FFF2-40B4-BE49-F238E27FC236}">
                <a16:creationId xmlns:a16="http://schemas.microsoft.com/office/drawing/2014/main" id="{4A9BEAE0-D3A8-4D33-9147-614FD24E8B9B}"/>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A2068223-96A5-40E0-8CF9-F400775948CF}"/>
              </a:ext>
            </a:extLst>
          </p:cNvPr>
          <p:cNvSpPr>
            <a:spLocks noGrp="1"/>
          </p:cNvSpPr>
          <p:nvPr>
            <p:ph type="title"/>
          </p:nvPr>
        </p:nvSpPr>
        <p:spPr/>
        <p:txBody>
          <a:bodyPr/>
          <a:lstStyle/>
          <a:p>
            <a:r>
              <a:rPr lang="en-US"/>
              <a:t>Phương pháp điều khiển FOC</a:t>
            </a:r>
          </a:p>
        </p:txBody>
      </p:sp>
      <p:sp>
        <p:nvSpPr>
          <p:cNvPr id="5" name="Slide Number Placeholder 4">
            <a:extLst>
              <a:ext uri="{FF2B5EF4-FFF2-40B4-BE49-F238E27FC236}">
                <a16:creationId xmlns:a16="http://schemas.microsoft.com/office/drawing/2014/main" id="{438A632A-6305-4014-86BD-798BEADE0826}"/>
              </a:ext>
            </a:extLst>
          </p:cNvPr>
          <p:cNvSpPr>
            <a:spLocks noGrp="1"/>
          </p:cNvSpPr>
          <p:nvPr>
            <p:ph type="sldNum" sz="quarter" idx="4"/>
          </p:nvPr>
        </p:nvSpPr>
        <p:spPr/>
        <p:txBody>
          <a:bodyPr/>
          <a:lstStyle/>
          <a:p>
            <a:fld id="{C4AED997-7CB6-4654-8505-4D4C6D081CC6}" type="slidenum">
              <a:rPr lang="en-US" smtClean="0"/>
              <a:pPr/>
              <a:t>21</a:t>
            </a:fld>
            <a:endParaRPr lang="en-US"/>
          </a:p>
        </p:txBody>
      </p:sp>
      <p:pic>
        <p:nvPicPr>
          <p:cNvPr id="9" name="Picture 8">
            <a:extLst>
              <a:ext uri="{FF2B5EF4-FFF2-40B4-BE49-F238E27FC236}">
                <a16:creationId xmlns:a16="http://schemas.microsoft.com/office/drawing/2014/main" id="{0EB5237F-7749-41FF-8FE3-1E5493F692B3}"/>
              </a:ext>
            </a:extLst>
          </p:cNvPr>
          <p:cNvPicPr>
            <a:picLocks noChangeAspect="1"/>
          </p:cNvPicPr>
          <p:nvPr/>
        </p:nvPicPr>
        <p:blipFill>
          <a:blip r:embed="rId2"/>
          <a:stretch>
            <a:fillRect/>
          </a:stretch>
        </p:blipFill>
        <p:spPr>
          <a:xfrm>
            <a:off x="1682251" y="1378506"/>
            <a:ext cx="5071246" cy="2318284"/>
          </a:xfrm>
          <a:prstGeom prst="rect">
            <a:avLst/>
          </a:prstGeom>
        </p:spPr>
      </p:pic>
    </p:spTree>
    <p:extLst>
      <p:ext uri="{BB962C8B-B14F-4D97-AF65-F5344CB8AC3E}">
        <p14:creationId xmlns:p14="http://schemas.microsoft.com/office/powerpoint/2010/main" val="2373535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683C229-328B-44F0-BD17-8D9D721E9DB6}"/>
              </a:ext>
            </a:extLst>
          </p:cNvPr>
          <p:cNvSpPr>
            <a:spLocks noGrp="1"/>
          </p:cNvSpPr>
          <p:nvPr>
            <p:ph type="subTitle" idx="1"/>
          </p:nvPr>
        </p:nvSpPr>
        <p:spPr>
          <a:xfrm>
            <a:off x="855590" y="951470"/>
            <a:ext cx="7386043" cy="5714093"/>
          </a:xfrm>
        </p:spPr>
        <p:txBody>
          <a:bodyPr>
            <a:normAutofit lnSpcReduction="10000"/>
          </a:bodyPr>
          <a:lstStyle/>
          <a:p>
            <a:pPr algn="l"/>
            <a:r>
              <a:rPr lang="en-US" sz="2000"/>
              <a:t>3.6: Thiết kế các bộ điều chỉnh</a:t>
            </a:r>
          </a:p>
          <a:p>
            <a:pPr algn="l"/>
            <a:r>
              <a:rPr lang="en-US" sz="2000"/>
              <a:t>3.6.1: Bộ điều chỉnh dòng điện</a:t>
            </a:r>
          </a:p>
          <a:p>
            <a:pPr algn="l"/>
            <a:endParaRPr lang="en-US" sz="2000"/>
          </a:p>
          <a:p>
            <a:pPr algn="l"/>
            <a:endParaRPr lang="en-US" sz="2000"/>
          </a:p>
          <a:p>
            <a:pPr algn="l"/>
            <a:endParaRPr lang="en-US" sz="2000"/>
          </a:p>
          <a:p>
            <a:pPr algn="l"/>
            <a:endParaRPr lang="en-US" sz="2000"/>
          </a:p>
          <a:p>
            <a:pPr marL="342900" indent="-342900" algn="l">
              <a:buFont typeface="Wingdings" panose="05000000000000000000" pitchFamily="2" charset="2"/>
              <a:buChar char="v"/>
            </a:pPr>
            <a:endParaRPr lang="en-US" sz="2000"/>
          </a:p>
          <a:p>
            <a:pPr marL="342900" indent="-342900" algn="l">
              <a:buFont typeface="Wingdings" panose="05000000000000000000" pitchFamily="2" charset="2"/>
              <a:buChar char="v"/>
            </a:pPr>
            <a:r>
              <a:rPr lang="en-US" sz="2000"/>
              <a:t>Với</a:t>
            </a:r>
          </a:p>
          <a:p>
            <a:pPr marL="342900" indent="-342900" algn="l">
              <a:buFont typeface="Wingdings" panose="05000000000000000000" pitchFamily="2" charset="2"/>
              <a:buChar char="v"/>
            </a:pPr>
            <a:endParaRPr lang="en-US" sz="2000"/>
          </a:p>
          <a:p>
            <a:pPr marL="342900" indent="-342900" algn="l">
              <a:buFont typeface="Wingdings" panose="05000000000000000000" pitchFamily="2" charset="2"/>
              <a:buChar char="v"/>
            </a:pPr>
            <a:endParaRPr lang="en-US" sz="2000"/>
          </a:p>
          <a:p>
            <a:pPr marL="342900" indent="-342900" algn="l">
              <a:buFont typeface="Wingdings" panose="05000000000000000000" pitchFamily="2" charset="2"/>
              <a:buChar char="v"/>
            </a:pPr>
            <a:r>
              <a:rPr lang="en-US" sz="1700"/>
              <a:t>Thiết kế Bộ PI sao cho</a:t>
            </a:r>
          </a:p>
          <a:p>
            <a:pPr marL="342900" indent="-342900" algn="l">
              <a:buFont typeface="Wingdings" panose="05000000000000000000" pitchFamily="2" charset="2"/>
              <a:buChar char="v"/>
            </a:pPr>
            <a:endParaRPr lang="en-US" sz="1700"/>
          </a:p>
          <a:p>
            <a:pPr marL="800100" lvl="1" indent="-342900" algn="l">
              <a:buFont typeface="Wingdings" panose="05000000000000000000" pitchFamily="2" charset="2"/>
              <a:buChar char="Ø"/>
            </a:pPr>
            <a:r>
              <a:rPr lang="en-US" sz="1700"/>
              <a:t>Chọn</a:t>
            </a:r>
          </a:p>
          <a:p>
            <a:pPr marL="800100" lvl="1" indent="-342900" algn="l">
              <a:buFont typeface="Wingdings" panose="05000000000000000000" pitchFamily="2" charset="2"/>
              <a:buChar char="Ø"/>
            </a:pPr>
            <a:endParaRPr lang="en-US" sz="1700"/>
          </a:p>
          <a:p>
            <a:pPr marL="800100" lvl="1" indent="-342900" algn="l">
              <a:buFont typeface="Wingdings" panose="05000000000000000000" pitchFamily="2" charset="2"/>
              <a:buChar char="Ø"/>
            </a:pPr>
            <a:endParaRPr lang="en-US" sz="1700"/>
          </a:p>
          <a:p>
            <a:pPr marL="800100" lvl="1" indent="-342900" algn="l">
              <a:buFont typeface="Wingdings" panose="05000000000000000000" pitchFamily="2" charset="2"/>
              <a:buChar char="Ø"/>
            </a:pPr>
            <a:r>
              <a:rPr lang="en-US" sz="1700"/>
              <a:t>Chọn T* từ đó ta tính đ</a:t>
            </a:r>
            <a:r>
              <a:rPr lang="vi-VN" sz="1700"/>
              <a:t>ư</a:t>
            </a:r>
            <a:r>
              <a:rPr lang="en-US" sz="1700"/>
              <a:t>ợc Kp. </a:t>
            </a:r>
          </a:p>
          <a:p>
            <a:pPr lvl="1" algn="l"/>
            <a:endParaRPr lang="en-US"/>
          </a:p>
        </p:txBody>
      </p:sp>
      <p:sp>
        <p:nvSpPr>
          <p:cNvPr id="3" name="Text Placeholder 2">
            <a:extLst>
              <a:ext uri="{FF2B5EF4-FFF2-40B4-BE49-F238E27FC236}">
                <a16:creationId xmlns:a16="http://schemas.microsoft.com/office/drawing/2014/main" id="{F3F24E70-36B1-4BCA-B021-DC093F34144F}"/>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FBDFA619-AC42-466D-A302-19C2D3B21FAD}"/>
              </a:ext>
            </a:extLst>
          </p:cNvPr>
          <p:cNvSpPr>
            <a:spLocks noGrp="1"/>
          </p:cNvSpPr>
          <p:nvPr>
            <p:ph type="title"/>
          </p:nvPr>
        </p:nvSpPr>
        <p:spPr/>
        <p:txBody>
          <a:bodyPr/>
          <a:lstStyle/>
          <a:p>
            <a:r>
              <a:rPr lang="en-US"/>
              <a:t>Ph</a:t>
            </a:r>
            <a:r>
              <a:rPr lang="vi-VN"/>
              <a:t>ư</a:t>
            </a:r>
            <a:r>
              <a:rPr lang="en-US"/>
              <a:t>ơng pháp điều khiển FOC</a:t>
            </a:r>
          </a:p>
        </p:txBody>
      </p:sp>
      <p:sp>
        <p:nvSpPr>
          <p:cNvPr id="5" name="Slide Number Placeholder 4">
            <a:extLst>
              <a:ext uri="{FF2B5EF4-FFF2-40B4-BE49-F238E27FC236}">
                <a16:creationId xmlns:a16="http://schemas.microsoft.com/office/drawing/2014/main" id="{A63341AF-A05C-441F-9F99-C4E46E7EC0E8}"/>
              </a:ext>
            </a:extLst>
          </p:cNvPr>
          <p:cNvSpPr>
            <a:spLocks noGrp="1"/>
          </p:cNvSpPr>
          <p:nvPr>
            <p:ph type="sldNum" sz="quarter" idx="4"/>
          </p:nvPr>
        </p:nvSpPr>
        <p:spPr/>
        <p:txBody>
          <a:bodyPr/>
          <a:lstStyle/>
          <a:p>
            <a:fld id="{C4AED997-7CB6-4654-8505-4D4C6D081CC6}" type="slidenum">
              <a:rPr lang="en-US" smtClean="0"/>
              <a:pPr/>
              <a:t>22</a:t>
            </a:fld>
            <a:endParaRPr lang="en-US"/>
          </a:p>
        </p:txBody>
      </p:sp>
      <p:graphicFrame>
        <p:nvGraphicFramePr>
          <p:cNvPr id="7" name="Object 6">
            <a:extLst>
              <a:ext uri="{FF2B5EF4-FFF2-40B4-BE49-F238E27FC236}">
                <a16:creationId xmlns:a16="http://schemas.microsoft.com/office/drawing/2014/main" id="{4883E600-4B4D-4723-9573-0C5A18EB09C2}"/>
              </a:ext>
            </a:extLst>
          </p:cNvPr>
          <p:cNvGraphicFramePr>
            <a:graphicFrameLocks noChangeAspect="1"/>
          </p:cNvGraphicFramePr>
          <p:nvPr>
            <p:extLst>
              <p:ext uri="{D42A27DB-BD31-4B8C-83A1-F6EECF244321}">
                <p14:modId xmlns:p14="http://schemas.microsoft.com/office/powerpoint/2010/main" val="3659648474"/>
              </p:ext>
            </p:extLst>
          </p:nvPr>
        </p:nvGraphicFramePr>
        <p:xfrm>
          <a:off x="3524894" y="4434256"/>
          <a:ext cx="1765056" cy="636846"/>
        </p:xfrm>
        <a:graphic>
          <a:graphicData uri="http://schemas.openxmlformats.org/presentationml/2006/ole">
            <mc:AlternateContent xmlns:mc="http://schemas.openxmlformats.org/markup-compatibility/2006">
              <mc:Choice xmlns:v="urn:schemas-microsoft-com:vml" Requires="v">
                <p:oleObj name="Equation" r:id="rId2" imgW="1091880" imgH="393480" progId="Equation.DSMT4">
                  <p:embed/>
                </p:oleObj>
              </mc:Choice>
              <mc:Fallback>
                <p:oleObj name="Equation" r:id="rId2" imgW="1091880" imgH="393480" progId="Equation.DSMT4">
                  <p:embed/>
                  <p:pic>
                    <p:nvPicPr>
                      <p:cNvPr id="7" name="Object 6">
                        <a:extLst>
                          <a:ext uri="{FF2B5EF4-FFF2-40B4-BE49-F238E27FC236}">
                            <a16:creationId xmlns:a16="http://schemas.microsoft.com/office/drawing/2014/main" id="{4883E600-4B4D-4723-9573-0C5A18EB09C2}"/>
                          </a:ext>
                        </a:extLst>
                      </p:cNvPr>
                      <p:cNvPicPr/>
                      <p:nvPr/>
                    </p:nvPicPr>
                    <p:blipFill>
                      <a:blip r:embed="rId3"/>
                      <a:stretch>
                        <a:fillRect/>
                      </a:stretch>
                    </p:blipFill>
                    <p:spPr>
                      <a:xfrm>
                        <a:off x="3524894" y="4434256"/>
                        <a:ext cx="1765056" cy="636846"/>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6772D660-F968-4F94-A4B8-A42516303CEF}"/>
              </a:ext>
            </a:extLst>
          </p:cNvPr>
          <p:cNvGraphicFramePr>
            <a:graphicFrameLocks noChangeAspect="1"/>
          </p:cNvGraphicFramePr>
          <p:nvPr>
            <p:extLst>
              <p:ext uri="{D42A27DB-BD31-4B8C-83A1-F6EECF244321}">
                <p14:modId xmlns:p14="http://schemas.microsoft.com/office/powerpoint/2010/main" val="745302705"/>
              </p:ext>
            </p:extLst>
          </p:nvPr>
        </p:nvGraphicFramePr>
        <p:xfrm>
          <a:off x="2462929" y="5071102"/>
          <a:ext cx="3888987" cy="866803"/>
        </p:xfrm>
        <a:graphic>
          <a:graphicData uri="http://schemas.openxmlformats.org/presentationml/2006/ole">
            <mc:AlternateContent xmlns:mc="http://schemas.openxmlformats.org/markup-compatibility/2006">
              <mc:Choice xmlns:v="urn:schemas-microsoft-com:vml" Requires="v">
                <p:oleObj name="Equation" r:id="rId4" imgW="2958840" imgH="660240" progId="Equation.DSMT4">
                  <p:embed/>
                </p:oleObj>
              </mc:Choice>
              <mc:Fallback>
                <p:oleObj name="Equation" r:id="rId4" imgW="2958840" imgH="660240" progId="Equation.DSMT4">
                  <p:embed/>
                  <p:pic>
                    <p:nvPicPr>
                      <p:cNvPr id="9" name="Object 8">
                        <a:extLst>
                          <a:ext uri="{FF2B5EF4-FFF2-40B4-BE49-F238E27FC236}">
                            <a16:creationId xmlns:a16="http://schemas.microsoft.com/office/drawing/2014/main" id="{6772D660-F968-4F94-A4B8-A42516303CEF}"/>
                          </a:ext>
                        </a:extLst>
                      </p:cNvPr>
                      <p:cNvPicPr/>
                      <p:nvPr/>
                    </p:nvPicPr>
                    <p:blipFill>
                      <a:blip r:embed="rId5"/>
                      <a:stretch>
                        <a:fillRect/>
                      </a:stretch>
                    </p:blipFill>
                    <p:spPr>
                      <a:xfrm>
                        <a:off x="2462929" y="5071102"/>
                        <a:ext cx="3888987" cy="866803"/>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FDEE1995-415E-4175-B2BF-B7EDBC782443}"/>
              </a:ext>
            </a:extLst>
          </p:cNvPr>
          <p:cNvPicPr>
            <a:picLocks noChangeAspect="1"/>
          </p:cNvPicPr>
          <p:nvPr/>
        </p:nvPicPr>
        <p:blipFill>
          <a:blip r:embed="rId6"/>
          <a:stretch>
            <a:fillRect/>
          </a:stretch>
        </p:blipFill>
        <p:spPr>
          <a:xfrm>
            <a:off x="808804" y="1614569"/>
            <a:ext cx="7479606" cy="1614824"/>
          </a:xfrm>
          <a:prstGeom prst="rect">
            <a:avLst/>
          </a:prstGeom>
        </p:spPr>
      </p:pic>
      <p:graphicFrame>
        <p:nvGraphicFramePr>
          <p:cNvPr id="6" name="Object 5">
            <a:extLst>
              <a:ext uri="{FF2B5EF4-FFF2-40B4-BE49-F238E27FC236}">
                <a16:creationId xmlns:a16="http://schemas.microsoft.com/office/drawing/2014/main" id="{47FCA976-DBB7-4394-BEFE-417D46CE93C5}"/>
              </a:ext>
            </a:extLst>
          </p:cNvPr>
          <p:cNvGraphicFramePr>
            <a:graphicFrameLocks noChangeAspect="1"/>
          </p:cNvGraphicFramePr>
          <p:nvPr>
            <p:extLst>
              <p:ext uri="{D42A27DB-BD31-4B8C-83A1-F6EECF244321}">
                <p14:modId xmlns:p14="http://schemas.microsoft.com/office/powerpoint/2010/main" val="3909407342"/>
              </p:ext>
            </p:extLst>
          </p:nvPr>
        </p:nvGraphicFramePr>
        <p:xfrm>
          <a:off x="1873844" y="3271976"/>
          <a:ext cx="3440960" cy="1162280"/>
        </p:xfrm>
        <a:graphic>
          <a:graphicData uri="http://schemas.openxmlformats.org/presentationml/2006/ole">
            <mc:AlternateContent xmlns:mc="http://schemas.openxmlformats.org/markup-compatibility/2006">
              <mc:Choice xmlns:v="urn:schemas-microsoft-com:vml" Requires="v">
                <p:oleObj name="Equation" r:id="rId7" imgW="2857320" imgH="965160" progId="Equation.DSMT4">
                  <p:embed/>
                </p:oleObj>
              </mc:Choice>
              <mc:Fallback>
                <p:oleObj name="Equation" r:id="rId7" imgW="2857320" imgH="965160" progId="Equation.DSMT4">
                  <p:embed/>
                  <p:pic>
                    <p:nvPicPr>
                      <p:cNvPr id="0" name=""/>
                      <p:cNvPicPr/>
                      <p:nvPr/>
                    </p:nvPicPr>
                    <p:blipFill>
                      <a:blip r:embed="rId8"/>
                      <a:stretch>
                        <a:fillRect/>
                      </a:stretch>
                    </p:blipFill>
                    <p:spPr>
                      <a:xfrm>
                        <a:off x="1873844" y="3271976"/>
                        <a:ext cx="3440960" cy="1162280"/>
                      </a:xfrm>
                      <a:prstGeom prst="rect">
                        <a:avLst/>
                      </a:prstGeom>
                    </p:spPr>
                  </p:pic>
                </p:oleObj>
              </mc:Fallback>
            </mc:AlternateContent>
          </a:graphicData>
        </a:graphic>
      </p:graphicFrame>
    </p:spTree>
    <p:extLst>
      <p:ext uri="{BB962C8B-B14F-4D97-AF65-F5344CB8AC3E}">
        <p14:creationId xmlns:p14="http://schemas.microsoft.com/office/powerpoint/2010/main" val="325358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683C229-328B-44F0-BD17-8D9D721E9DB6}"/>
              </a:ext>
            </a:extLst>
          </p:cNvPr>
          <p:cNvSpPr>
            <a:spLocks noGrp="1"/>
          </p:cNvSpPr>
          <p:nvPr>
            <p:ph type="subTitle" idx="1"/>
          </p:nvPr>
        </p:nvSpPr>
        <p:spPr/>
        <p:txBody>
          <a:bodyPr>
            <a:normAutofit/>
          </a:bodyPr>
          <a:lstStyle/>
          <a:p>
            <a:pPr algn="l"/>
            <a:r>
              <a:rPr lang="en-US" sz="2000"/>
              <a:t>3.6: Thiết kế các bộ điều chỉnh</a:t>
            </a:r>
          </a:p>
          <a:p>
            <a:pPr algn="l"/>
            <a:r>
              <a:rPr lang="en-US" sz="2000"/>
              <a:t>3.6.2: Bộ điều chỉnh tốc độ</a:t>
            </a:r>
          </a:p>
          <a:p>
            <a:pPr algn="l"/>
            <a:endParaRPr lang="en-US" sz="2000"/>
          </a:p>
          <a:p>
            <a:pPr algn="l"/>
            <a:endParaRPr lang="en-US" sz="2000"/>
          </a:p>
          <a:p>
            <a:pPr algn="l"/>
            <a:endParaRPr lang="en-US" sz="2000"/>
          </a:p>
          <a:p>
            <a:pPr algn="l"/>
            <a:endParaRPr lang="en-US" sz="2000"/>
          </a:p>
          <a:p>
            <a:pPr marL="342900" indent="-342900" algn="l">
              <a:buFont typeface="Wingdings" panose="05000000000000000000" pitchFamily="2" charset="2"/>
              <a:buChar char="v"/>
            </a:pPr>
            <a:r>
              <a:rPr lang="en-US" sz="2000"/>
              <a:t>Thiết kế Bộ PI sao cho</a:t>
            </a:r>
          </a:p>
          <a:p>
            <a:pPr marL="342900" indent="-342900" algn="l">
              <a:buFont typeface="Wingdings" panose="05000000000000000000" pitchFamily="2" charset="2"/>
              <a:buChar char="v"/>
            </a:pPr>
            <a:endParaRPr lang="en-US" sz="2000"/>
          </a:p>
          <a:p>
            <a:pPr marL="342900" indent="-342900" algn="l">
              <a:buFont typeface="Wingdings" panose="05000000000000000000" pitchFamily="2" charset="2"/>
              <a:buChar char="v"/>
            </a:pPr>
            <a:r>
              <a:rPr lang="en-US" sz="2000"/>
              <a:t>Hàm truyền hệ kín của mô hình điều chỉnh tốc độ</a:t>
            </a:r>
          </a:p>
          <a:p>
            <a:pPr algn="l"/>
            <a:endParaRPr lang="en-US" sz="2000"/>
          </a:p>
        </p:txBody>
      </p:sp>
      <p:sp>
        <p:nvSpPr>
          <p:cNvPr id="3" name="Text Placeholder 2">
            <a:extLst>
              <a:ext uri="{FF2B5EF4-FFF2-40B4-BE49-F238E27FC236}">
                <a16:creationId xmlns:a16="http://schemas.microsoft.com/office/drawing/2014/main" id="{F3F24E70-36B1-4BCA-B021-DC093F34144F}"/>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FBDFA619-AC42-466D-A302-19C2D3B21FAD}"/>
              </a:ext>
            </a:extLst>
          </p:cNvPr>
          <p:cNvSpPr>
            <a:spLocks noGrp="1"/>
          </p:cNvSpPr>
          <p:nvPr>
            <p:ph type="title"/>
          </p:nvPr>
        </p:nvSpPr>
        <p:spPr/>
        <p:txBody>
          <a:bodyPr/>
          <a:lstStyle/>
          <a:p>
            <a:r>
              <a:rPr lang="en-US"/>
              <a:t>Ph</a:t>
            </a:r>
            <a:r>
              <a:rPr lang="vi-VN"/>
              <a:t>ư</a:t>
            </a:r>
            <a:r>
              <a:rPr lang="en-US"/>
              <a:t>ơng pháp điều khiển FOC</a:t>
            </a:r>
          </a:p>
        </p:txBody>
      </p:sp>
      <p:sp>
        <p:nvSpPr>
          <p:cNvPr id="5" name="Slide Number Placeholder 4">
            <a:extLst>
              <a:ext uri="{FF2B5EF4-FFF2-40B4-BE49-F238E27FC236}">
                <a16:creationId xmlns:a16="http://schemas.microsoft.com/office/drawing/2014/main" id="{A63341AF-A05C-441F-9F99-C4E46E7EC0E8}"/>
              </a:ext>
            </a:extLst>
          </p:cNvPr>
          <p:cNvSpPr>
            <a:spLocks noGrp="1"/>
          </p:cNvSpPr>
          <p:nvPr>
            <p:ph type="sldNum" sz="quarter" idx="4"/>
          </p:nvPr>
        </p:nvSpPr>
        <p:spPr/>
        <p:txBody>
          <a:bodyPr/>
          <a:lstStyle/>
          <a:p>
            <a:fld id="{C4AED997-7CB6-4654-8505-4D4C6D081CC6}" type="slidenum">
              <a:rPr lang="en-US" smtClean="0"/>
              <a:pPr/>
              <a:t>23</a:t>
            </a:fld>
            <a:endParaRPr lang="en-US"/>
          </a:p>
        </p:txBody>
      </p:sp>
      <p:graphicFrame>
        <p:nvGraphicFramePr>
          <p:cNvPr id="7" name="Object 6">
            <a:extLst>
              <a:ext uri="{FF2B5EF4-FFF2-40B4-BE49-F238E27FC236}">
                <a16:creationId xmlns:a16="http://schemas.microsoft.com/office/drawing/2014/main" id="{4883E600-4B4D-4723-9573-0C5A18EB09C2}"/>
              </a:ext>
            </a:extLst>
          </p:cNvPr>
          <p:cNvGraphicFramePr>
            <a:graphicFrameLocks noChangeAspect="1"/>
          </p:cNvGraphicFramePr>
          <p:nvPr/>
        </p:nvGraphicFramePr>
        <p:xfrm>
          <a:off x="3870158" y="3188369"/>
          <a:ext cx="2941638" cy="792162"/>
        </p:xfrm>
        <a:graphic>
          <a:graphicData uri="http://schemas.openxmlformats.org/presentationml/2006/ole">
            <mc:AlternateContent xmlns:mc="http://schemas.openxmlformats.org/markup-compatibility/2006">
              <mc:Choice xmlns:v="urn:schemas-microsoft-com:vml" Requires="v">
                <p:oleObj name="Equation" r:id="rId2" imgW="1701720" imgH="457200" progId="Equation.DSMT4">
                  <p:embed/>
                </p:oleObj>
              </mc:Choice>
              <mc:Fallback>
                <p:oleObj name="Equation" r:id="rId2" imgW="1701720" imgH="457200" progId="Equation.DSMT4">
                  <p:embed/>
                  <p:pic>
                    <p:nvPicPr>
                      <p:cNvPr id="7" name="Object 6">
                        <a:extLst>
                          <a:ext uri="{FF2B5EF4-FFF2-40B4-BE49-F238E27FC236}">
                            <a16:creationId xmlns:a16="http://schemas.microsoft.com/office/drawing/2014/main" id="{4883E600-4B4D-4723-9573-0C5A18EB09C2}"/>
                          </a:ext>
                        </a:extLst>
                      </p:cNvPr>
                      <p:cNvPicPr/>
                      <p:nvPr/>
                    </p:nvPicPr>
                    <p:blipFill>
                      <a:blip r:embed="rId3"/>
                      <a:stretch>
                        <a:fillRect/>
                      </a:stretch>
                    </p:blipFill>
                    <p:spPr>
                      <a:xfrm>
                        <a:off x="3870158" y="3188369"/>
                        <a:ext cx="2941638" cy="792162"/>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7B7B1BDD-3522-4F5C-B3BD-2A044B1D023B}"/>
              </a:ext>
            </a:extLst>
          </p:cNvPr>
          <p:cNvPicPr>
            <a:picLocks noChangeAspect="1"/>
          </p:cNvPicPr>
          <p:nvPr/>
        </p:nvPicPr>
        <p:blipFill>
          <a:blip r:embed="rId4"/>
          <a:stretch>
            <a:fillRect/>
          </a:stretch>
        </p:blipFill>
        <p:spPr>
          <a:xfrm>
            <a:off x="230789" y="1713078"/>
            <a:ext cx="8585598" cy="1417805"/>
          </a:xfrm>
          <a:prstGeom prst="rect">
            <a:avLst/>
          </a:prstGeom>
        </p:spPr>
      </p:pic>
      <p:graphicFrame>
        <p:nvGraphicFramePr>
          <p:cNvPr id="6" name="Object 5">
            <a:extLst>
              <a:ext uri="{FF2B5EF4-FFF2-40B4-BE49-F238E27FC236}">
                <a16:creationId xmlns:a16="http://schemas.microsoft.com/office/drawing/2014/main" id="{C3F6893D-F5B1-4554-A60C-9CD892F631CC}"/>
              </a:ext>
            </a:extLst>
          </p:cNvPr>
          <p:cNvGraphicFramePr>
            <a:graphicFrameLocks noChangeAspect="1"/>
          </p:cNvGraphicFramePr>
          <p:nvPr/>
        </p:nvGraphicFramePr>
        <p:xfrm>
          <a:off x="951539" y="4548688"/>
          <a:ext cx="6910853" cy="1705488"/>
        </p:xfrm>
        <a:graphic>
          <a:graphicData uri="http://schemas.openxmlformats.org/presentationml/2006/ole">
            <mc:AlternateContent xmlns:mc="http://schemas.openxmlformats.org/markup-compatibility/2006">
              <mc:Choice xmlns:v="urn:schemas-microsoft-com:vml" Requires="v">
                <p:oleObj name="Equation" r:id="rId5" imgW="3708360" imgH="914400" progId="Equation.DSMT4">
                  <p:embed/>
                </p:oleObj>
              </mc:Choice>
              <mc:Fallback>
                <p:oleObj name="Equation" r:id="rId5" imgW="3708360" imgH="914400" progId="Equation.DSMT4">
                  <p:embed/>
                  <p:pic>
                    <p:nvPicPr>
                      <p:cNvPr id="6" name="Object 5">
                        <a:extLst>
                          <a:ext uri="{FF2B5EF4-FFF2-40B4-BE49-F238E27FC236}">
                            <a16:creationId xmlns:a16="http://schemas.microsoft.com/office/drawing/2014/main" id="{C3F6893D-F5B1-4554-A60C-9CD892F631CC}"/>
                          </a:ext>
                        </a:extLst>
                      </p:cNvPr>
                      <p:cNvPicPr/>
                      <p:nvPr/>
                    </p:nvPicPr>
                    <p:blipFill>
                      <a:blip r:embed="rId6"/>
                      <a:stretch>
                        <a:fillRect/>
                      </a:stretch>
                    </p:blipFill>
                    <p:spPr>
                      <a:xfrm>
                        <a:off x="951539" y="4548688"/>
                        <a:ext cx="6910853" cy="1705488"/>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9117E064-ACFE-40BF-9F6D-DD13A6104A2C}"/>
              </a:ext>
            </a:extLst>
          </p:cNvPr>
          <p:cNvGraphicFramePr>
            <a:graphicFrameLocks noChangeAspect="1"/>
          </p:cNvGraphicFramePr>
          <p:nvPr/>
        </p:nvGraphicFramePr>
        <p:xfrm>
          <a:off x="6615549" y="5912192"/>
          <a:ext cx="1672870" cy="690968"/>
        </p:xfrm>
        <a:graphic>
          <a:graphicData uri="http://schemas.openxmlformats.org/presentationml/2006/ole">
            <mc:AlternateContent xmlns:mc="http://schemas.openxmlformats.org/markup-compatibility/2006">
              <mc:Choice xmlns:v="urn:schemas-microsoft-com:vml" Requires="v">
                <p:oleObj name="Equation" r:id="rId7" imgW="1168200" imgH="482400" progId="Equation.DSMT4">
                  <p:embed/>
                </p:oleObj>
              </mc:Choice>
              <mc:Fallback>
                <p:oleObj name="Equation" r:id="rId7" imgW="1168200" imgH="482400" progId="Equation.DSMT4">
                  <p:embed/>
                  <p:pic>
                    <p:nvPicPr>
                      <p:cNvPr id="12" name="Object 11">
                        <a:extLst>
                          <a:ext uri="{FF2B5EF4-FFF2-40B4-BE49-F238E27FC236}">
                            <a16:creationId xmlns:a16="http://schemas.microsoft.com/office/drawing/2014/main" id="{9117E064-ACFE-40BF-9F6D-DD13A6104A2C}"/>
                          </a:ext>
                        </a:extLst>
                      </p:cNvPr>
                      <p:cNvPicPr/>
                      <p:nvPr/>
                    </p:nvPicPr>
                    <p:blipFill>
                      <a:blip r:embed="rId8"/>
                      <a:stretch>
                        <a:fillRect/>
                      </a:stretch>
                    </p:blipFill>
                    <p:spPr>
                      <a:xfrm>
                        <a:off x="6615549" y="5912192"/>
                        <a:ext cx="1672870" cy="690968"/>
                      </a:xfrm>
                      <a:prstGeom prst="rect">
                        <a:avLst/>
                      </a:prstGeom>
                    </p:spPr>
                  </p:pic>
                </p:oleObj>
              </mc:Fallback>
            </mc:AlternateContent>
          </a:graphicData>
        </a:graphic>
      </p:graphicFrame>
    </p:spTree>
    <p:extLst>
      <p:ext uri="{BB962C8B-B14F-4D97-AF65-F5344CB8AC3E}">
        <p14:creationId xmlns:p14="http://schemas.microsoft.com/office/powerpoint/2010/main" val="12154711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683C229-328B-44F0-BD17-8D9D721E9DB6}"/>
              </a:ext>
            </a:extLst>
          </p:cNvPr>
          <p:cNvSpPr>
            <a:spLocks noGrp="1"/>
          </p:cNvSpPr>
          <p:nvPr>
            <p:ph type="subTitle" idx="1"/>
          </p:nvPr>
        </p:nvSpPr>
        <p:spPr/>
        <p:txBody>
          <a:bodyPr>
            <a:normAutofit/>
          </a:bodyPr>
          <a:lstStyle/>
          <a:p>
            <a:pPr algn="l"/>
            <a:r>
              <a:rPr lang="en-US" sz="2000"/>
              <a:t>3.6: Thiết kế các bộ điều chỉnh</a:t>
            </a:r>
          </a:p>
          <a:p>
            <a:pPr algn="l"/>
            <a:r>
              <a:rPr lang="en-US" sz="2000"/>
              <a:t>3.6.3: Bộ điều chỉnh từ thông</a:t>
            </a:r>
          </a:p>
          <a:p>
            <a:pPr algn="l"/>
            <a:endParaRPr lang="en-US" sz="2000"/>
          </a:p>
          <a:p>
            <a:pPr algn="l"/>
            <a:endParaRPr lang="en-US" sz="2000"/>
          </a:p>
          <a:p>
            <a:pPr algn="l"/>
            <a:endParaRPr lang="en-US" sz="2000"/>
          </a:p>
          <a:p>
            <a:pPr algn="l"/>
            <a:endParaRPr lang="en-US" sz="2000"/>
          </a:p>
          <a:p>
            <a:pPr marL="342900" indent="-342900" algn="l">
              <a:buFont typeface="Wingdings" panose="05000000000000000000" pitchFamily="2" charset="2"/>
              <a:buChar char="v"/>
            </a:pPr>
            <a:r>
              <a:rPr lang="en-US" sz="2000"/>
              <a:t>Thiết kế Bộ PI sao cho</a:t>
            </a:r>
          </a:p>
          <a:p>
            <a:pPr marL="342900" indent="-342900" algn="l">
              <a:buFont typeface="Wingdings" panose="05000000000000000000" pitchFamily="2" charset="2"/>
              <a:buChar char="v"/>
            </a:pPr>
            <a:endParaRPr lang="en-US" sz="2000"/>
          </a:p>
          <a:p>
            <a:pPr marL="800100" lvl="1" indent="-342900" algn="l">
              <a:buFont typeface="Wingdings" panose="05000000000000000000" pitchFamily="2" charset="2"/>
              <a:buChar char="Ø"/>
            </a:pPr>
            <a:r>
              <a:rPr lang="en-US" sz="1800"/>
              <a:t>Chọn</a:t>
            </a:r>
          </a:p>
          <a:p>
            <a:pPr marL="800100" lvl="1" indent="-342900" algn="l">
              <a:buFont typeface="Wingdings" panose="05000000000000000000" pitchFamily="2" charset="2"/>
              <a:buChar char="Ø"/>
            </a:pPr>
            <a:endParaRPr lang="en-US" sz="1800"/>
          </a:p>
          <a:p>
            <a:pPr marL="800100" lvl="1" indent="-342900" algn="l">
              <a:buFont typeface="Wingdings" panose="05000000000000000000" pitchFamily="2" charset="2"/>
              <a:buChar char="Ø"/>
            </a:pPr>
            <a:endParaRPr lang="en-US" sz="1800"/>
          </a:p>
          <a:p>
            <a:pPr marL="800100" lvl="1" indent="-342900" algn="l">
              <a:buFont typeface="Wingdings" panose="05000000000000000000" pitchFamily="2" charset="2"/>
              <a:buChar char="Ø"/>
            </a:pPr>
            <a:r>
              <a:rPr lang="en-US" sz="1800"/>
              <a:t>Chọn T* từ đó ta tính đ</a:t>
            </a:r>
            <a:r>
              <a:rPr lang="vi-VN" sz="1800"/>
              <a:t>ư</a:t>
            </a:r>
            <a:r>
              <a:rPr lang="en-US" sz="1800"/>
              <a:t>ợc Kp.</a:t>
            </a:r>
          </a:p>
          <a:p>
            <a:pPr lvl="1" algn="l"/>
            <a:endParaRPr lang="en-US"/>
          </a:p>
        </p:txBody>
      </p:sp>
      <p:sp>
        <p:nvSpPr>
          <p:cNvPr id="3" name="Text Placeholder 2">
            <a:extLst>
              <a:ext uri="{FF2B5EF4-FFF2-40B4-BE49-F238E27FC236}">
                <a16:creationId xmlns:a16="http://schemas.microsoft.com/office/drawing/2014/main" id="{F3F24E70-36B1-4BCA-B021-DC093F34144F}"/>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FBDFA619-AC42-466D-A302-19C2D3B21FAD}"/>
              </a:ext>
            </a:extLst>
          </p:cNvPr>
          <p:cNvSpPr>
            <a:spLocks noGrp="1"/>
          </p:cNvSpPr>
          <p:nvPr>
            <p:ph type="title"/>
          </p:nvPr>
        </p:nvSpPr>
        <p:spPr/>
        <p:txBody>
          <a:bodyPr/>
          <a:lstStyle/>
          <a:p>
            <a:r>
              <a:rPr lang="en-US"/>
              <a:t>Ph</a:t>
            </a:r>
            <a:r>
              <a:rPr lang="vi-VN"/>
              <a:t>ư</a:t>
            </a:r>
            <a:r>
              <a:rPr lang="en-US"/>
              <a:t>ơng pháp điều khiển FOC</a:t>
            </a:r>
          </a:p>
        </p:txBody>
      </p:sp>
      <p:sp>
        <p:nvSpPr>
          <p:cNvPr id="5" name="Slide Number Placeholder 4">
            <a:extLst>
              <a:ext uri="{FF2B5EF4-FFF2-40B4-BE49-F238E27FC236}">
                <a16:creationId xmlns:a16="http://schemas.microsoft.com/office/drawing/2014/main" id="{A63341AF-A05C-441F-9F99-C4E46E7EC0E8}"/>
              </a:ext>
            </a:extLst>
          </p:cNvPr>
          <p:cNvSpPr>
            <a:spLocks noGrp="1"/>
          </p:cNvSpPr>
          <p:nvPr>
            <p:ph type="sldNum" sz="quarter" idx="4"/>
          </p:nvPr>
        </p:nvSpPr>
        <p:spPr/>
        <p:txBody>
          <a:bodyPr/>
          <a:lstStyle/>
          <a:p>
            <a:fld id="{C4AED997-7CB6-4654-8505-4D4C6D081CC6}" type="slidenum">
              <a:rPr lang="en-US" smtClean="0"/>
              <a:pPr/>
              <a:t>24</a:t>
            </a:fld>
            <a:endParaRPr lang="en-US"/>
          </a:p>
        </p:txBody>
      </p:sp>
      <p:graphicFrame>
        <p:nvGraphicFramePr>
          <p:cNvPr id="7" name="Object 6">
            <a:extLst>
              <a:ext uri="{FF2B5EF4-FFF2-40B4-BE49-F238E27FC236}">
                <a16:creationId xmlns:a16="http://schemas.microsoft.com/office/drawing/2014/main" id="{4883E600-4B4D-4723-9573-0C5A18EB09C2}"/>
              </a:ext>
            </a:extLst>
          </p:cNvPr>
          <p:cNvGraphicFramePr>
            <a:graphicFrameLocks noChangeAspect="1"/>
          </p:cNvGraphicFramePr>
          <p:nvPr>
            <p:extLst>
              <p:ext uri="{D42A27DB-BD31-4B8C-83A1-F6EECF244321}">
                <p14:modId xmlns:p14="http://schemas.microsoft.com/office/powerpoint/2010/main" val="3554894718"/>
              </p:ext>
            </p:extLst>
          </p:nvPr>
        </p:nvGraphicFramePr>
        <p:xfrm>
          <a:off x="3913819" y="3217429"/>
          <a:ext cx="2063750" cy="746125"/>
        </p:xfrm>
        <a:graphic>
          <a:graphicData uri="http://schemas.openxmlformats.org/presentationml/2006/ole">
            <mc:AlternateContent xmlns:mc="http://schemas.openxmlformats.org/markup-compatibility/2006">
              <mc:Choice xmlns:v="urn:schemas-microsoft-com:vml" Requires="v">
                <p:oleObj name="Equation" r:id="rId2" imgW="1193760" imgH="431640" progId="Equation.DSMT4">
                  <p:embed/>
                </p:oleObj>
              </mc:Choice>
              <mc:Fallback>
                <p:oleObj name="Equation" r:id="rId2" imgW="1193760" imgH="431640" progId="Equation.DSMT4">
                  <p:embed/>
                  <p:pic>
                    <p:nvPicPr>
                      <p:cNvPr id="7" name="Object 6">
                        <a:extLst>
                          <a:ext uri="{FF2B5EF4-FFF2-40B4-BE49-F238E27FC236}">
                            <a16:creationId xmlns:a16="http://schemas.microsoft.com/office/drawing/2014/main" id="{4883E600-4B4D-4723-9573-0C5A18EB09C2}"/>
                          </a:ext>
                        </a:extLst>
                      </p:cNvPr>
                      <p:cNvPicPr/>
                      <p:nvPr/>
                    </p:nvPicPr>
                    <p:blipFill>
                      <a:blip r:embed="rId3"/>
                      <a:stretch>
                        <a:fillRect/>
                      </a:stretch>
                    </p:blipFill>
                    <p:spPr>
                      <a:xfrm>
                        <a:off x="3913819" y="3217429"/>
                        <a:ext cx="2063750" cy="746125"/>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6772D660-F968-4F94-A4B8-A42516303CEF}"/>
              </a:ext>
            </a:extLst>
          </p:cNvPr>
          <p:cNvGraphicFramePr>
            <a:graphicFrameLocks noChangeAspect="1"/>
          </p:cNvGraphicFramePr>
          <p:nvPr>
            <p:extLst>
              <p:ext uri="{D42A27DB-BD31-4B8C-83A1-F6EECF244321}">
                <p14:modId xmlns:p14="http://schemas.microsoft.com/office/powerpoint/2010/main" val="4233285739"/>
              </p:ext>
            </p:extLst>
          </p:nvPr>
        </p:nvGraphicFramePr>
        <p:xfrm>
          <a:off x="2290763" y="3963988"/>
          <a:ext cx="4295775" cy="947737"/>
        </p:xfrm>
        <a:graphic>
          <a:graphicData uri="http://schemas.openxmlformats.org/presentationml/2006/ole">
            <mc:AlternateContent xmlns:mc="http://schemas.openxmlformats.org/markup-compatibility/2006">
              <mc:Choice xmlns:v="urn:schemas-microsoft-com:vml" Requires="v">
                <p:oleObj name="Equation" r:id="rId4" imgW="2984400" imgH="660240" progId="Equation.DSMT4">
                  <p:embed/>
                </p:oleObj>
              </mc:Choice>
              <mc:Fallback>
                <p:oleObj name="Equation" r:id="rId4" imgW="2984400" imgH="660240" progId="Equation.DSMT4">
                  <p:embed/>
                  <p:pic>
                    <p:nvPicPr>
                      <p:cNvPr id="9" name="Object 8">
                        <a:extLst>
                          <a:ext uri="{FF2B5EF4-FFF2-40B4-BE49-F238E27FC236}">
                            <a16:creationId xmlns:a16="http://schemas.microsoft.com/office/drawing/2014/main" id="{6772D660-F968-4F94-A4B8-A42516303CEF}"/>
                          </a:ext>
                        </a:extLst>
                      </p:cNvPr>
                      <p:cNvPicPr/>
                      <p:nvPr/>
                    </p:nvPicPr>
                    <p:blipFill>
                      <a:blip r:embed="rId5"/>
                      <a:stretch>
                        <a:fillRect/>
                      </a:stretch>
                    </p:blipFill>
                    <p:spPr>
                      <a:xfrm>
                        <a:off x="2290763" y="3963988"/>
                        <a:ext cx="4295775" cy="947737"/>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5639DF49-E147-4FA5-B9FF-7772467C41BD}"/>
              </a:ext>
            </a:extLst>
          </p:cNvPr>
          <p:cNvPicPr>
            <a:picLocks noChangeAspect="1"/>
          </p:cNvPicPr>
          <p:nvPr/>
        </p:nvPicPr>
        <p:blipFill>
          <a:blip r:embed="rId6"/>
          <a:stretch>
            <a:fillRect/>
          </a:stretch>
        </p:blipFill>
        <p:spPr>
          <a:xfrm>
            <a:off x="535993" y="1808875"/>
            <a:ext cx="8068850" cy="1474652"/>
          </a:xfrm>
          <a:prstGeom prst="rect">
            <a:avLst/>
          </a:prstGeom>
        </p:spPr>
      </p:pic>
    </p:spTree>
    <p:extLst>
      <p:ext uri="{BB962C8B-B14F-4D97-AF65-F5344CB8AC3E}">
        <p14:creationId xmlns:p14="http://schemas.microsoft.com/office/powerpoint/2010/main" val="30015962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683C229-328B-44F0-BD17-8D9D721E9DB6}"/>
              </a:ext>
            </a:extLst>
          </p:cNvPr>
          <p:cNvSpPr>
            <a:spLocks noGrp="1"/>
          </p:cNvSpPr>
          <p:nvPr>
            <p:ph type="subTitle" idx="1"/>
          </p:nvPr>
        </p:nvSpPr>
        <p:spPr/>
        <p:txBody>
          <a:bodyPr>
            <a:normAutofit/>
          </a:bodyPr>
          <a:lstStyle/>
          <a:p>
            <a:pPr algn="l"/>
            <a:r>
              <a:rPr lang="en-US" sz="2000"/>
              <a:t>3.7: Tính toán các bộ điều chỉnh</a:t>
            </a:r>
          </a:p>
          <a:p>
            <a:pPr marL="342900" indent="-342900" algn="l">
              <a:buFont typeface="Wingdings" panose="05000000000000000000" pitchFamily="2" charset="2"/>
              <a:buChar char="v"/>
            </a:pPr>
            <a:r>
              <a:rPr lang="en-US" sz="2000"/>
              <a:t>Tính toán các bộ điều chỉnh với thông số động cơ như sau:</a:t>
            </a:r>
            <a:endParaRPr lang="en-US"/>
          </a:p>
          <a:p>
            <a:pPr marL="800100" lvl="1" indent="-342900" algn="l">
              <a:buFont typeface="Arial" panose="020B0604020202020204" pitchFamily="34" charset="0"/>
              <a:buChar char="•"/>
            </a:pPr>
            <a:r>
              <a:rPr lang="en-US"/>
              <a:t>Điện trở stator : </a:t>
            </a:r>
          </a:p>
          <a:p>
            <a:pPr marL="800100" lvl="1" indent="-342900" algn="l">
              <a:buFont typeface="Arial" panose="020B0604020202020204" pitchFamily="34" charset="0"/>
              <a:buChar char="•"/>
            </a:pPr>
            <a:r>
              <a:rPr lang="en-US"/>
              <a:t>Điện cảm tản sator : </a:t>
            </a:r>
          </a:p>
          <a:p>
            <a:pPr marL="800100" lvl="1" indent="-342900" algn="l">
              <a:buFont typeface="Arial" panose="020B0604020202020204" pitchFamily="34" charset="0"/>
              <a:buChar char="•"/>
            </a:pPr>
            <a:r>
              <a:rPr lang="en-US"/>
              <a:t>Điện cảm từ hóa :</a:t>
            </a:r>
          </a:p>
          <a:p>
            <a:pPr marL="800100" lvl="1" indent="-342900" algn="l">
              <a:buFont typeface="Arial" panose="020B0604020202020204" pitchFamily="34" charset="0"/>
              <a:buChar char="•"/>
            </a:pPr>
            <a:r>
              <a:rPr lang="en-US"/>
              <a:t>Điện trở rotor quy đổi :</a:t>
            </a:r>
          </a:p>
          <a:p>
            <a:pPr marL="800100" lvl="1" indent="-342900" algn="l">
              <a:buFont typeface="Arial" panose="020B0604020202020204" pitchFamily="34" charset="0"/>
              <a:buChar char="•"/>
            </a:pPr>
            <a:r>
              <a:rPr lang="en-US"/>
              <a:t>Điện cảm tản rotor quy đổi :</a:t>
            </a:r>
          </a:p>
          <a:p>
            <a:pPr marL="800100" lvl="1" indent="-342900" algn="l">
              <a:buFont typeface="Arial" panose="020B0604020202020204" pitchFamily="34" charset="0"/>
              <a:buChar char="•"/>
            </a:pPr>
            <a:r>
              <a:rPr lang="en-US"/>
              <a:t>Momen quán tính :</a:t>
            </a:r>
          </a:p>
          <a:p>
            <a:pPr marL="800100" lvl="1" indent="-342900" algn="l">
              <a:buFont typeface="Arial" panose="020B0604020202020204" pitchFamily="34" charset="0"/>
              <a:buChar char="•"/>
            </a:pPr>
            <a:r>
              <a:rPr lang="en-US"/>
              <a:t>Số đôi cực :</a:t>
            </a:r>
          </a:p>
          <a:p>
            <a:pPr marL="800100" lvl="1" indent="-342900" algn="l">
              <a:buFont typeface="Arial" panose="020B0604020202020204" pitchFamily="34" charset="0"/>
              <a:buChar char="•"/>
            </a:pPr>
            <a:r>
              <a:rPr lang="en-US"/>
              <a:t>Momen cản :</a:t>
            </a:r>
          </a:p>
          <a:p>
            <a:pPr marL="800100" lvl="1" indent="-342900" algn="l">
              <a:buFont typeface="Arial" panose="020B0604020202020204" pitchFamily="34" charset="0"/>
              <a:buChar char="•"/>
            </a:pPr>
            <a:endParaRPr lang="en-US"/>
          </a:p>
        </p:txBody>
      </p:sp>
      <p:sp>
        <p:nvSpPr>
          <p:cNvPr id="3" name="Text Placeholder 2">
            <a:extLst>
              <a:ext uri="{FF2B5EF4-FFF2-40B4-BE49-F238E27FC236}">
                <a16:creationId xmlns:a16="http://schemas.microsoft.com/office/drawing/2014/main" id="{F3F24E70-36B1-4BCA-B021-DC093F34144F}"/>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FBDFA619-AC42-466D-A302-19C2D3B21FAD}"/>
              </a:ext>
            </a:extLst>
          </p:cNvPr>
          <p:cNvSpPr>
            <a:spLocks noGrp="1"/>
          </p:cNvSpPr>
          <p:nvPr>
            <p:ph type="title"/>
          </p:nvPr>
        </p:nvSpPr>
        <p:spPr/>
        <p:txBody>
          <a:bodyPr/>
          <a:lstStyle/>
          <a:p>
            <a:r>
              <a:rPr lang="en-US"/>
              <a:t>Ph</a:t>
            </a:r>
            <a:r>
              <a:rPr lang="vi-VN"/>
              <a:t>ư</a:t>
            </a:r>
            <a:r>
              <a:rPr lang="en-US"/>
              <a:t>ơng pháp điều khiển FOC</a:t>
            </a:r>
          </a:p>
        </p:txBody>
      </p:sp>
      <p:sp>
        <p:nvSpPr>
          <p:cNvPr id="5" name="Slide Number Placeholder 4">
            <a:extLst>
              <a:ext uri="{FF2B5EF4-FFF2-40B4-BE49-F238E27FC236}">
                <a16:creationId xmlns:a16="http://schemas.microsoft.com/office/drawing/2014/main" id="{A63341AF-A05C-441F-9F99-C4E46E7EC0E8}"/>
              </a:ext>
            </a:extLst>
          </p:cNvPr>
          <p:cNvSpPr>
            <a:spLocks noGrp="1"/>
          </p:cNvSpPr>
          <p:nvPr>
            <p:ph type="sldNum" sz="quarter" idx="4"/>
          </p:nvPr>
        </p:nvSpPr>
        <p:spPr/>
        <p:txBody>
          <a:bodyPr/>
          <a:lstStyle/>
          <a:p>
            <a:fld id="{C4AED997-7CB6-4654-8505-4D4C6D081CC6}" type="slidenum">
              <a:rPr lang="en-US" smtClean="0"/>
              <a:pPr/>
              <a:t>25</a:t>
            </a:fld>
            <a:endParaRPr lang="en-US"/>
          </a:p>
        </p:txBody>
      </p:sp>
      <p:graphicFrame>
        <p:nvGraphicFramePr>
          <p:cNvPr id="8" name="Object 7">
            <a:extLst>
              <a:ext uri="{FF2B5EF4-FFF2-40B4-BE49-F238E27FC236}">
                <a16:creationId xmlns:a16="http://schemas.microsoft.com/office/drawing/2014/main" id="{21AF77FF-C1C5-4AF6-BAE5-2BB2F27CBBA1}"/>
              </a:ext>
            </a:extLst>
          </p:cNvPr>
          <p:cNvGraphicFramePr>
            <a:graphicFrameLocks noChangeAspect="1"/>
          </p:cNvGraphicFramePr>
          <p:nvPr>
            <p:extLst>
              <p:ext uri="{D42A27DB-BD31-4B8C-83A1-F6EECF244321}">
                <p14:modId xmlns:p14="http://schemas.microsoft.com/office/powerpoint/2010/main" val="971764960"/>
              </p:ext>
            </p:extLst>
          </p:nvPr>
        </p:nvGraphicFramePr>
        <p:xfrm>
          <a:off x="3579090" y="1666010"/>
          <a:ext cx="1740282" cy="412172"/>
        </p:xfrm>
        <a:graphic>
          <a:graphicData uri="http://schemas.openxmlformats.org/presentationml/2006/ole">
            <mc:AlternateContent xmlns:mc="http://schemas.openxmlformats.org/markup-compatibility/2006">
              <mc:Choice xmlns:v="urn:schemas-microsoft-com:vml" Requires="v">
                <p:oleObj name="Equation" r:id="rId2" imgW="965160" imgH="228600" progId="Equation.DSMT4">
                  <p:embed/>
                </p:oleObj>
              </mc:Choice>
              <mc:Fallback>
                <p:oleObj name="Equation" r:id="rId2" imgW="965160" imgH="228600" progId="Equation.DSMT4">
                  <p:embed/>
                  <p:pic>
                    <p:nvPicPr>
                      <p:cNvPr id="8" name="Object 7">
                        <a:extLst>
                          <a:ext uri="{FF2B5EF4-FFF2-40B4-BE49-F238E27FC236}">
                            <a16:creationId xmlns:a16="http://schemas.microsoft.com/office/drawing/2014/main" id="{21AF77FF-C1C5-4AF6-BAE5-2BB2F27CBBA1}"/>
                          </a:ext>
                        </a:extLst>
                      </p:cNvPr>
                      <p:cNvPicPr/>
                      <p:nvPr/>
                    </p:nvPicPr>
                    <p:blipFill>
                      <a:blip r:embed="rId3"/>
                      <a:stretch>
                        <a:fillRect/>
                      </a:stretch>
                    </p:blipFill>
                    <p:spPr>
                      <a:xfrm>
                        <a:off x="3579090" y="1666010"/>
                        <a:ext cx="1740282" cy="412172"/>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75683C5C-EDC6-4470-B3B5-3A51AE592A53}"/>
              </a:ext>
            </a:extLst>
          </p:cNvPr>
          <p:cNvGraphicFramePr>
            <a:graphicFrameLocks noChangeAspect="1"/>
          </p:cNvGraphicFramePr>
          <p:nvPr>
            <p:extLst>
              <p:ext uri="{D42A27DB-BD31-4B8C-83A1-F6EECF244321}">
                <p14:modId xmlns:p14="http://schemas.microsoft.com/office/powerpoint/2010/main" val="4245528714"/>
              </p:ext>
            </p:extLst>
          </p:nvPr>
        </p:nvGraphicFramePr>
        <p:xfrm>
          <a:off x="4068040" y="1991409"/>
          <a:ext cx="1717383" cy="412172"/>
        </p:xfrm>
        <a:graphic>
          <a:graphicData uri="http://schemas.openxmlformats.org/presentationml/2006/ole">
            <mc:AlternateContent xmlns:mc="http://schemas.openxmlformats.org/markup-compatibility/2006">
              <mc:Choice xmlns:v="urn:schemas-microsoft-com:vml" Requires="v">
                <p:oleObj name="Equation" r:id="rId4" imgW="952200" imgH="228600" progId="Equation.DSMT4">
                  <p:embed/>
                </p:oleObj>
              </mc:Choice>
              <mc:Fallback>
                <p:oleObj name="Equation" r:id="rId4" imgW="952200" imgH="228600" progId="Equation.DSMT4">
                  <p:embed/>
                  <p:pic>
                    <p:nvPicPr>
                      <p:cNvPr id="12" name="Object 11">
                        <a:extLst>
                          <a:ext uri="{FF2B5EF4-FFF2-40B4-BE49-F238E27FC236}">
                            <a16:creationId xmlns:a16="http://schemas.microsoft.com/office/drawing/2014/main" id="{75683C5C-EDC6-4470-B3B5-3A51AE592A53}"/>
                          </a:ext>
                        </a:extLst>
                      </p:cNvPr>
                      <p:cNvPicPr/>
                      <p:nvPr/>
                    </p:nvPicPr>
                    <p:blipFill>
                      <a:blip r:embed="rId5"/>
                      <a:stretch>
                        <a:fillRect/>
                      </a:stretch>
                    </p:blipFill>
                    <p:spPr>
                      <a:xfrm>
                        <a:off x="4068040" y="1991409"/>
                        <a:ext cx="1717383" cy="412172"/>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16A00BFF-AF48-44F9-B4C2-F5AC5F2BEA4B}"/>
              </a:ext>
            </a:extLst>
          </p:cNvPr>
          <p:cNvGraphicFramePr>
            <a:graphicFrameLocks noChangeAspect="1"/>
          </p:cNvGraphicFramePr>
          <p:nvPr>
            <p:extLst>
              <p:ext uri="{D42A27DB-BD31-4B8C-83A1-F6EECF244321}">
                <p14:modId xmlns:p14="http://schemas.microsoft.com/office/powerpoint/2010/main" val="3137263386"/>
              </p:ext>
            </p:extLst>
          </p:nvPr>
        </p:nvGraphicFramePr>
        <p:xfrm>
          <a:off x="4325393" y="2673329"/>
          <a:ext cx="1778848" cy="412172"/>
        </p:xfrm>
        <a:graphic>
          <a:graphicData uri="http://schemas.openxmlformats.org/presentationml/2006/ole">
            <mc:AlternateContent xmlns:mc="http://schemas.openxmlformats.org/markup-compatibility/2006">
              <mc:Choice xmlns:v="urn:schemas-microsoft-com:vml" Requires="v">
                <p:oleObj name="Equation" r:id="rId6" imgW="1041120" imgH="241200" progId="Equation.DSMT4">
                  <p:embed/>
                </p:oleObj>
              </mc:Choice>
              <mc:Fallback>
                <p:oleObj name="Equation" r:id="rId6" imgW="1041120" imgH="241200" progId="Equation.DSMT4">
                  <p:embed/>
                  <p:pic>
                    <p:nvPicPr>
                      <p:cNvPr id="13" name="Object 12">
                        <a:extLst>
                          <a:ext uri="{FF2B5EF4-FFF2-40B4-BE49-F238E27FC236}">
                            <a16:creationId xmlns:a16="http://schemas.microsoft.com/office/drawing/2014/main" id="{16A00BFF-AF48-44F9-B4C2-F5AC5F2BEA4B}"/>
                          </a:ext>
                        </a:extLst>
                      </p:cNvPr>
                      <p:cNvPicPr/>
                      <p:nvPr/>
                    </p:nvPicPr>
                    <p:blipFill>
                      <a:blip r:embed="rId7"/>
                      <a:stretch>
                        <a:fillRect/>
                      </a:stretch>
                    </p:blipFill>
                    <p:spPr>
                      <a:xfrm>
                        <a:off x="4325393" y="2673329"/>
                        <a:ext cx="1778848" cy="412172"/>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07B2E5A0-F38B-4649-8B85-8550BE5C5A69}"/>
              </a:ext>
            </a:extLst>
          </p:cNvPr>
          <p:cNvGraphicFramePr>
            <a:graphicFrameLocks noChangeAspect="1"/>
          </p:cNvGraphicFramePr>
          <p:nvPr>
            <p:extLst>
              <p:ext uri="{D42A27DB-BD31-4B8C-83A1-F6EECF244321}">
                <p14:modId xmlns:p14="http://schemas.microsoft.com/office/powerpoint/2010/main" val="3102894628"/>
              </p:ext>
            </p:extLst>
          </p:nvPr>
        </p:nvGraphicFramePr>
        <p:xfrm>
          <a:off x="4879850" y="3032319"/>
          <a:ext cx="1627187" cy="412750"/>
        </p:xfrm>
        <a:graphic>
          <a:graphicData uri="http://schemas.openxmlformats.org/presentationml/2006/ole">
            <mc:AlternateContent xmlns:mc="http://schemas.openxmlformats.org/markup-compatibility/2006">
              <mc:Choice xmlns:v="urn:schemas-microsoft-com:vml" Requires="v">
                <p:oleObj name="Equation" r:id="rId8" imgW="952200" imgH="241200" progId="Equation.DSMT4">
                  <p:embed/>
                </p:oleObj>
              </mc:Choice>
              <mc:Fallback>
                <p:oleObj name="Equation" r:id="rId8" imgW="952200" imgH="241200" progId="Equation.DSMT4">
                  <p:embed/>
                  <p:pic>
                    <p:nvPicPr>
                      <p:cNvPr id="14" name="Object 13">
                        <a:extLst>
                          <a:ext uri="{FF2B5EF4-FFF2-40B4-BE49-F238E27FC236}">
                            <a16:creationId xmlns:a16="http://schemas.microsoft.com/office/drawing/2014/main" id="{07B2E5A0-F38B-4649-8B85-8550BE5C5A69}"/>
                          </a:ext>
                        </a:extLst>
                      </p:cNvPr>
                      <p:cNvPicPr/>
                      <p:nvPr/>
                    </p:nvPicPr>
                    <p:blipFill>
                      <a:blip r:embed="rId9"/>
                      <a:stretch>
                        <a:fillRect/>
                      </a:stretch>
                    </p:blipFill>
                    <p:spPr>
                      <a:xfrm>
                        <a:off x="4879850" y="3032319"/>
                        <a:ext cx="1627187" cy="41275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01F19A07-AFB5-4A42-8FA5-DA002C8FC465}"/>
              </a:ext>
            </a:extLst>
          </p:cNvPr>
          <p:cNvGraphicFramePr>
            <a:graphicFrameLocks noChangeAspect="1"/>
          </p:cNvGraphicFramePr>
          <p:nvPr>
            <p:extLst>
              <p:ext uri="{D42A27DB-BD31-4B8C-83A1-F6EECF244321}">
                <p14:modId xmlns:p14="http://schemas.microsoft.com/office/powerpoint/2010/main" val="800695745"/>
              </p:ext>
            </p:extLst>
          </p:nvPr>
        </p:nvGraphicFramePr>
        <p:xfrm>
          <a:off x="3801718" y="2350977"/>
          <a:ext cx="1648688" cy="412172"/>
        </p:xfrm>
        <a:graphic>
          <a:graphicData uri="http://schemas.openxmlformats.org/presentationml/2006/ole">
            <mc:AlternateContent xmlns:mc="http://schemas.openxmlformats.org/markup-compatibility/2006">
              <mc:Choice xmlns:v="urn:schemas-microsoft-com:vml" Requires="v">
                <p:oleObj name="Equation" r:id="rId10" imgW="914400" imgH="228600" progId="Equation.DSMT4">
                  <p:embed/>
                </p:oleObj>
              </mc:Choice>
              <mc:Fallback>
                <p:oleObj name="Equation" r:id="rId10" imgW="914400" imgH="228600" progId="Equation.DSMT4">
                  <p:embed/>
                  <p:pic>
                    <p:nvPicPr>
                      <p:cNvPr id="15" name="Object 14">
                        <a:extLst>
                          <a:ext uri="{FF2B5EF4-FFF2-40B4-BE49-F238E27FC236}">
                            <a16:creationId xmlns:a16="http://schemas.microsoft.com/office/drawing/2014/main" id="{01F19A07-AFB5-4A42-8FA5-DA002C8FC465}"/>
                          </a:ext>
                        </a:extLst>
                      </p:cNvPr>
                      <p:cNvPicPr/>
                      <p:nvPr/>
                    </p:nvPicPr>
                    <p:blipFill>
                      <a:blip r:embed="rId11"/>
                      <a:stretch>
                        <a:fillRect/>
                      </a:stretch>
                    </p:blipFill>
                    <p:spPr>
                      <a:xfrm>
                        <a:off x="3801718" y="2350977"/>
                        <a:ext cx="1648688" cy="412172"/>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988DE7F3-1A58-4954-87C7-5D46C68C3851}"/>
              </a:ext>
            </a:extLst>
          </p:cNvPr>
          <p:cNvGraphicFramePr>
            <a:graphicFrameLocks noChangeAspect="1"/>
          </p:cNvGraphicFramePr>
          <p:nvPr>
            <p:extLst>
              <p:ext uri="{D42A27DB-BD31-4B8C-83A1-F6EECF244321}">
                <p14:modId xmlns:p14="http://schemas.microsoft.com/office/powerpoint/2010/main" val="3883591264"/>
              </p:ext>
            </p:extLst>
          </p:nvPr>
        </p:nvGraphicFramePr>
        <p:xfrm>
          <a:off x="3289493" y="4069092"/>
          <a:ext cx="1557094" cy="412172"/>
        </p:xfrm>
        <a:graphic>
          <a:graphicData uri="http://schemas.openxmlformats.org/presentationml/2006/ole">
            <mc:AlternateContent xmlns:mc="http://schemas.openxmlformats.org/markup-compatibility/2006">
              <mc:Choice xmlns:v="urn:schemas-microsoft-com:vml" Requires="v">
                <p:oleObj name="Equation" r:id="rId12" imgW="863280" imgH="228600" progId="Equation.DSMT4">
                  <p:embed/>
                </p:oleObj>
              </mc:Choice>
              <mc:Fallback>
                <p:oleObj name="Equation" r:id="rId12" imgW="863280" imgH="228600" progId="Equation.DSMT4">
                  <p:embed/>
                  <p:pic>
                    <p:nvPicPr>
                      <p:cNvPr id="16" name="Object 15">
                        <a:extLst>
                          <a:ext uri="{FF2B5EF4-FFF2-40B4-BE49-F238E27FC236}">
                            <a16:creationId xmlns:a16="http://schemas.microsoft.com/office/drawing/2014/main" id="{988DE7F3-1A58-4954-87C7-5D46C68C3851}"/>
                          </a:ext>
                        </a:extLst>
                      </p:cNvPr>
                      <p:cNvPicPr/>
                      <p:nvPr/>
                    </p:nvPicPr>
                    <p:blipFill>
                      <a:blip r:embed="rId13"/>
                      <a:stretch>
                        <a:fillRect/>
                      </a:stretch>
                    </p:blipFill>
                    <p:spPr>
                      <a:xfrm>
                        <a:off x="3289493" y="4069092"/>
                        <a:ext cx="1557094" cy="412172"/>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00BB1F6A-61A2-41CE-8EBB-FC3900707A47}"/>
              </a:ext>
            </a:extLst>
          </p:cNvPr>
          <p:cNvGraphicFramePr>
            <a:graphicFrameLocks noChangeAspect="1"/>
          </p:cNvGraphicFramePr>
          <p:nvPr>
            <p:extLst>
              <p:ext uri="{D42A27DB-BD31-4B8C-83A1-F6EECF244321}">
                <p14:modId xmlns:p14="http://schemas.microsoft.com/office/powerpoint/2010/main" val="3703270986"/>
              </p:ext>
            </p:extLst>
          </p:nvPr>
        </p:nvGraphicFramePr>
        <p:xfrm>
          <a:off x="3870099" y="3367723"/>
          <a:ext cx="2113263" cy="412172"/>
        </p:xfrm>
        <a:graphic>
          <a:graphicData uri="http://schemas.openxmlformats.org/presentationml/2006/ole">
            <mc:AlternateContent xmlns:mc="http://schemas.openxmlformats.org/markup-compatibility/2006">
              <mc:Choice xmlns:v="urn:schemas-microsoft-com:vml" Requires="v">
                <p:oleObj name="Equation" r:id="rId14" imgW="1193760" imgH="228600" progId="Equation.DSMT4">
                  <p:embed/>
                </p:oleObj>
              </mc:Choice>
              <mc:Fallback>
                <p:oleObj name="Equation" r:id="rId14" imgW="1193760" imgH="228600" progId="Equation.DSMT4">
                  <p:embed/>
                  <p:pic>
                    <p:nvPicPr>
                      <p:cNvPr id="17" name="Object 16">
                        <a:extLst>
                          <a:ext uri="{FF2B5EF4-FFF2-40B4-BE49-F238E27FC236}">
                            <a16:creationId xmlns:a16="http://schemas.microsoft.com/office/drawing/2014/main" id="{00BB1F6A-61A2-41CE-8EBB-FC3900707A47}"/>
                          </a:ext>
                        </a:extLst>
                      </p:cNvPr>
                      <p:cNvPicPr/>
                      <p:nvPr/>
                    </p:nvPicPr>
                    <p:blipFill>
                      <a:blip r:embed="rId15"/>
                      <a:stretch>
                        <a:fillRect/>
                      </a:stretch>
                    </p:blipFill>
                    <p:spPr>
                      <a:xfrm>
                        <a:off x="3870099" y="3367723"/>
                        <a:ext cx="2113263" cy="412172"/>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509404F4-815C-48F6-907C-F8FCFD9A0A43}"/>
              </a:ext>
            </a:extLst>
          </p:cNvPr>
          <p:cNvGraphicFramePr>
            <a:graphicFrameLocks noChangeAspect="1"/>
          </p:cNvGraphicFramePr>
          <p:nvPr>
            <p:extLst>
              <p:ext uri="{D42A27DB-BD31-4B8C-83A1-F6EECF244321}">
                <p14:modId xmlns:p14="http://schemas.microsoft.com/office/powerpoint/2010/main" val="1709690012"/>
              </p:ext>
            </p:extLst>
          </p:nvPr>
        </p:nvGraphicFramePr>
        <p:xfrm>
          <a:off x="3085840" y="3675880"/>
          <a:ext cx="715878" cy="412172"/>
        </p:xfrm>
        <a:graphic>
          <a:graphicData uri="http://schemas.openxmlformats.org/presentationml/2006/ole">
            <mc:AlternateContent xmlns:mc="http://schemas.openxmlformats.org/markup-compatibility/2006">
              <mc:Choice xmlns:v="urn:schemas-microsoft-com:vml" Requires="v">
                <p:oleObj name="Equation" r:id="rId16" imgW="419040" imgH="241200" progId="Equation.DSMT4">
                  <p:embed/>
                </p:oleObj>
              </mc:Choice>
              <mc:Fallback>
                <p:oleObj name="Equation" r:id="rId16" imgW="419040" imgH="241200" progId="Equation.DSMT4">
                  <p:embed/>
                  <p:pic>
                    <p:nvPicPr>
                      <p:cNvPr id="19" name="Object 18">
                        <a:extLst>
                          <a:ext uri="{FF2B5EF4-FFF2-40B4-BE49-F238E27FC236}">
                            <a16:creationId xmlns:a16="http://schemas.microsoft.com/office/drawing/2014/main" id="{509404F4-815C-48F6-907C-F8FCFD9A0A43}"/>
                          </a:ext>
                        </a:extLst>
                      </p:cNvPr>
                      <p:cNvPicPr/>
                      <p:nvPr/>
                    </p:nvPicPr>
                    <p:blipFill>
                      <a:blip r:embed="rId17"/>
                      <a:stretch>
                        <a:fillRect/>
                      </a:stretch>
                    </p:blipFill>
                    <p:spPr>
                      <a:xfrm>
                        <a:off x="3085840" y="3675880"/>
                        <a:ext cx="715878" cy="412172"/>
                      </a:xfrm>
                      <a:prstGeom prst="rect">
                        <a:avLst/>
                      </a:prstGeom>
                    </p:spPr>
                  </p:pic>
                </p:oleObj>
              </mc:Fallback>
            </mc:AlternateContent>
          </a:graphicData>
        </a:graphic>
      </p:graphicFrame>
    </p:spTree>
    <p:extLst>
      <p:ext uri="{BB962C8B-B14F-4D97-AF65-F5344CB8AC3E}">
        <p14:creationId xmlns:p14="http://schemas.microsoft.com/office/powerpoint/2010/main" val="40686471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683C229-328B-44F0-BD17-8D9D721E9DB6}"/>
              </a:ext>
            </a:extLst>
          </p:cNvPr>
          <p:cNvSpPr>
            <a:spLocks noGrp="1"/>
          </p:cNvSpPr>
          <p:nvPr>
            <p:ph type="subTitle" idx="1"/>
          </p:nvPr>
        </p:nvSpPr>
        <p:spPr/>
        <p:txBody>
          <a:bodyPr>
            <a:normAutofit/>
          </a:bodyPr>
          <a:lstStyle/>
          <a:p>
            <a:pPr algn="l"/>
            <a:r>
              <a:rPr lang="en-US" sz="2000"/>
              <a:t>3.7: Tính toán các bộ điều chỉnh</a:t>
            </a:r>
          </a:p>
          <a:p>
            <a:pPr algn="l"/>
            <a:r>
              <a:rPr lang="en-US" sz="2000"/>
              <a:t>3.7.1: Tính toán bộ điều chỉnh dòng điện</a:t>
            </a:r>
          </a:p>
          <a:p>
            <a:pPr marL="342900" indent="-342900" algn="l">
              <a:buFont typeface="Wingdings" panose="05000000000000000000" pitchFamily="2" charset="2"/>
              <a:buChar char="v"/>
            </a:pPr>
            <a:r>
              <a:rPr lang="en-US" sz="2000"/>
              <a:t>Ở đây ta chỉ tính toán bộ điều chỉnh cho i</a:t>
            </a:r>
            <a:r>
              <a:rPr lang="en-US" sz="2000" baseline="-25000"/>
              <a:t>sd</a:t>
            </a:r>
            <a:r>
              <a:rPr lang="en-US" sz="2000"/>
              <a:t>, bộ điều chỉnh i</a:t>
            </a:r>
            <a:r>
              <a:rPr lang="en-US" sz="2000" baseline="-25000"/>
              <a:t>sq</a:t>
            </a:r>
            <a:r>
              <a:rPr lang="en-US" sz="2000"/>
              <a:t> làm tương tự.</a:t>
            </a:r>
          </a:p>
          <a:p>
            <a:pPr marL="342900" indent="-342900" algn="l">
              <a:buFont typeface="Wingdings" panose="05000000000000000000" pitchFamily="2" charset="2"/>
              <a:buChar char="v"/>
            </a:pPr>
            <a:r>
              <a:rPr lang="en-US" sz="2000"/>
              <a:t>Thay các số liệu động cơ vào phương trình mô hình dòng điện (2.5) ta rút ra được hàm truyền</a:t>
            </a:r>
          </a:p>
          <a:p>
            <a:pPr algn="l"/>
            <a:endParaRPr lang="en-US"/>
          </a:p>
          <a:p>
            <a:pPr algn="l"/>
            <a:endParaRPr lang="en-US"/>
          </a:p>
          <a:p>
            <a:pPr marL="342900" indent="-342900" algn="l">
              <a:buFont typeface="Wingdings" panose="05000000000000000000" pitchFamily="2" charset="2"/>
              <a:buChar char="v"/>
            </a:pPr>
            <a:r>
              <a:rPr lang="en-US" sz="2000"/>
              <a:t>Chọn              , từ đó ta tính được bộ điều chỉnh</a:t>
            </a:r>
          </a:p>
        </p:txBody>
      </p:sp>
      <p:sp>
        <p:nvSpPr>
          <p:cNvPr id="3" name="Text Placeholder 2">
            <a:extLst>
              <a:ext uri="{FF2B5EF4-FFF2-40B4-BE49-F238E27FC236}">
                <a16:creationId xmlns:a16="http://schemas.microsoft.com/office/drawing/2014/main" id="{F3F24E70-36B1-4BCA-B021-DC093F34144F}"/>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FBDFA619-AC42-466D-A302-19C2D3B21FAD}"/>
              </a:ext>
            </a:extLst>
          </p:cNvPr>
          <p:cNvSpPr>
            <a:spLocks noGrp="1"/>
          </p:cNvSpPr>
          <p:nvPr>
            <p:ph type="title"/>
          </p:nvPr>
        </p:nvSpPr>
        <p:spPr/>
        <p:txBody>
          <a:bodyPr/>
          <a:lstStyle/>
          <a:p>
            <a:r>
              <a:rPr lang="en-US"/>
              <a:t>Ph</a:t>
            </a:r>
            <a:r>
              <a:rPr lang="vi-VN"/>
              <a:t>ư</a:t>
            </a:r>
            <a:r>
              <a:rPr lang="en-US"/>
              <a:t>ơng pháp điều khiển FOC</a:t>
            </a:r>
          </a:p>
        </p:txBody>
      </p:sp>
      <p:sp>
        <p:nvSpPr>
          <p:cNvPr id="5" name="Slide Number Placeholder 4">
            <a:extLst>
              <a:ext uri="{FF2B5EF4-FFF2-40B4-BE49-F238E27FC236}">
                <a16:creationId xmlns:a16="http://schemas.microsoft.com/office/drawing/2014/main" id="{A63341AF-A05C-441F-9F99-C4E46E7EC0E8}"/>
              </a:ext>
            </a:extLst>
          </p:cNvPr>
          <p:cNvSpPr>
            <a:spLocks noGrp="1"/>
          </p:cNvSpPr>
          <p:nvPr>
            <p:ph type="sldNum" sz="quarter" idx="4"/>
          </p:nvPr>
        </p:nvSpPr>
        <p:spPr/>
        <p:txBody>
          <a:bodyPr/>
          <a:lstStyle/>
          <a:p>
            <a:fld id="{C4AED997-7CB6-4654-8505-4D4C6D081CC6}" type="slidenum">
              <a:rPr lang="en-US" smtClean="0"/>
              <a:pPr/>
              <a:t>26</a:t>
            </a:fld>
            <a:endParaRPr lang="en-US"/>
          </a:p>
        </p:txBody>
      </p:sp>
      <p:graphicFrame>
        <p:nvGraphicFramePr>
          <p:cNvPr id="6" name="Object 5">
            <a:extLst>
              <a:ext uri="{FF2B5EF4-FFF2-40B4-BE49-F238E27FC236}">
                <a16:creationId xmlns:a16="http://schemas.microsoft.com/office/drawing/2014/main" id="{420E3740-CCC5-498C-805A-9341BB6BA4C2}"/>
              </a:ext>
            </a:extLst>
          </p:cNvPr>
          <p:cNvGraphicFramePr>
            <a:graphicFrameLocks noChangeAspect="1"/>
          </p:cNvGraphicFramePr>
          <p:nvPr>
            <p:extLst>
              <p:ext uri="{D42A27DB-BD31-4B8C-83A1-F6EECF244321}">
                <p14:modId xmlns:p14="http://schemas.microsoft.com/office/powerpoint/2010/main" val="2574454855"/>
              </p:ext>
            </p:extLst>
          </p:nvPr>
        </p:nvGraphicFramePr>
        <p:xfrm>
          <a:off x="2803235" y="3032124"/>
          <a:ext cx="2847802" cy="861835"/>
        </p:xfrm>
        <a:graphic>
          <a:graphicData uri="http://schemas.openxmlformats.org/presentationml/2006/ole">
            <mc:AlternateContent xmlns:mc="http://schemas.openxmlformats.org/markup-compatibility/2006">
              <mc:Choice xmlns:v="urn:schemas-microsoft-com:vml" Requires="v">
                <p:oleObj name="Equation" r:id="rId2" imgW="1930320" imgH="583920" progId="Equation.DSMT4">
                  <p:embed/>
                </p:oleObj>
              </mc:Choice>
              <mc:Fallback>
                <p:oleObj name="Equation" r:id="rId2" imgW="1930320" imgH="583920" progId="Equation.DSMT4">
                  <p:embed/>
                  <p:pic>
                    <p:nvPicPr>
                      <p:cNvPr id="6" name="Object 5">
                        <a:extLst>
                          <a:ext uri="{FF2B5EF4-FFF2-40B4-BE49-F238E27FC236}">
                            <a16:creationId xmlns:a16="http://schemas.microsoft.com/office/drawing/2014/main" id="{420E3740-CCC5-498C-805A-9341BB6BA4C2}"/>
                          </a:ext>
                        </a:extLst>
                      </p:cNvPr>
                      <p:cNvPicPr/>
                      <p:nvPr/>
                    </p:nvPicPr>
                    <p:blipFill>
                      <a:blip r:embed="rId3"/>
                      <a:stretch>
                        <a:fillRect/>
                      </a:stretch>
                    </p:blipFill>
                    <p:spPr>
                      <a:xfrm>
                        <a:off x="2803235" y="3032124"/>
                        <a:ext cx="2847802" cy="861835"/>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5E7AC98B-1A40-43DB-A28A-AC895A5E454E}"/>
              </a:ext>
            </a:extLst>
          </p:cNvPr>
          <p:cNvGraphicFramePr>
            <a:graphicFrameLocks noChangeAspect="1"/>
          </p:cNvGraphicFramePr>
          <p:nvPr>
            <p:extLst>
              <p:ext uri="{D42A27DB-BD31-4B8C-83A1-F6EECF244321}">
                <p14:modId xmlns:p14="http://schemas.microsoft.com/office/powerpoint/2010/main" val="2883622933"/>
              </p:ext>
            </p:extLst>
          </p:nvPr>
        </p:nvGraphicFramePr>
        <p:xfrm>
          <a:off x="2006599" y="3882002"/>
          <a:ext cx="796635" cy="561266"/>
        </p:xfrm>
        <a:graphic>
          <a:graphicData uri="http://schemas.openxmlformats.org/presentationml/2006/ole">
            <mc:AlternateContent xmlns:mc="http://schemas.openxmlformats.org/markup-compatibility/2006">
              <mc:Choice xmlns:v="urn:schemas-microsoft-com:vml" Requires="v">
                <p:oleObj name="Equation" r:id="rId4" imgW="558720" imgH="393480" progId="Equation.DSMT4">
                  <p:embed/>
                </p:oleObj>
              </mc:Choice>
              <mc:Fallback>
                <p:oleObj name="Equation" r:id="rId4" imgW="558720" imgH="393480" progId="Equation.DSMT4">
                  <p:embed/>
                  <p:pic>
                    <p:nvPicPr>
                      <p:cNvPr id="7" name="Object 6">
                        <a:extLst>
                          <a:ext uri="{FF2B5EF4-FFF2-40B4-BE49-F238E27FC236}">
                            <a16:creationId xmlns:a16="http://schemas.microsoft.com/office/drawing/2014/main" id="{5E7AC98B-1A40-43DB-A28A-AC895A5E454E}"/>
                          </a:ext>
                        </a:extLst>
                      </p:cNvPr>
                      <p:cNvPicPr/>
                      <p:nvPr/>
                    </p:nvPicPr>
                    <p:blipFill>
                      <a:blip r:embed="rId5"/>
                      <a:stretch>
                        <a:fillRect/>
                      </a:stretch>
                    </p:blipFill>
                    <p:spPr>
                      <a:xfrm>
                        <a:off x="2006599" y="3882002"/>
                        <a:ext cx="796635" cy="561266"/>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C2D2E416-3404-4519-AB44-AF31F0531DDE}"/>
              </a:ext>
            </a:extLst>
          </p:cNvPr>
          <p:cNvGraphicFramePr>
            <a:graphicFrameLocks noChangeAspect="1"/>
          </p:cNvGraphicFramePr>
          <p:nvPr>
            <p:extLst>
              <p:ext uri="{D42A27DB-BD31-4B8C-83A1-F6EECF244321}">
                <p14:modId xmlns:p14="http://schemas.microsoft.com/office/powerpoint/2010/main" val="2563939685"/>
              </p:ext>
            </p:extLst>
          </p:nvPr>
        </p:nvGraphicFramePr>
        <p:xfrm>
          <a:off x="2578262" y="4417548"/>
          <a:ext cx="2847802" cy="1327547"/>
        </p:xfrm>
        <a:graphic>
          <a:graphicData uri="http://schemas.openxmlformats.org/presentationml/2006/ole">
            <mc:AlternateContent xmlns:mc="http://schemas.openxmlformats.org/markup-compatibility/2006">
              <mc:Choice xmlns:v="urn:schemas-microsoft-com:vml" Requires="v">
                <p:oleObj name="Equation" r:id="rId6" imgW="1688760" imgH="787320" progId="Equation.DSMT4">
                  <p:embed/>
                </p:oleObj>
              </mc:Choice>
              <mc:Fallback>
                <p:oleObj name="Equation" r:id="rId6" imgW="1688760" imgH="787320" progId="Equation.DSMT4">
                  <p:embed/>
                  <p:pic>
                    <p:nvPicPr>
                      <p:cNvPr id="9" name="Object 8">
                        <a:extLst>
                          <a:ext uri="{FF2B5EF4-FFF2-40B4-BE49-F238E27FC236}">
                            <a16:creationId xmlns:a16="http://schemas.microsoft.com/office/drawing/2014/main" id="{C2D2E416-3404-4519-AB44-AF31F0531DDE}"/>
                          </a:ext>
                        </a:extLst>
                      </p:cNvPr>
                      <p:cNvPicPr/>
                      <p:nvPr/>
                    </p:nvPicPr>
                    <p:blipFill>
                      <a:blip r:embed="rId7"/>
                      <a:stretch>
                        <a:fillRect/>
                      </a:stretch>
                    </p:blipFill>
                    <p:spPr>
                      <a:xfrm>
                        <a:off x="2578262" y="4417548"/>
                        <a:ext cx="2847802" cy="1327547"/>
                      </a:xfrm>
                      <a:prstGeom prst="rect">
                        <a:avLst/>
                      </a:prstGeom>
                    </p:spPr>
                  </p:pic>
                </p:oleObj>
              </mc:Fallback>
            </mc:AlternateContent>
          </a:graphicData>
        </a:graphic>
      </p:graphicFrame>
    </p:spTree>
    <p:extLst>
      <p:ext uri="{BB962C8B-B14F-4D97-AF65-F5344CB8AC3E}">
        <p14:creationId xmlns:p14="http://schemas.microsoft.com/office/powerpoint/2010/main" val="2405235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683C229-328B-44F0-BD17-8D9D721E9DB6}"/>
              </a:ext>
            </a:extLst>
          </p:cNvPr>
          <p:cNvSpPr>
            <a:spLocks noGrp="1"/>
          </p:cNvSpPr>
          <p:nvPr>
            <p:ph type="subTitle" idx="1"/>
          </p:nvPr>
        </p:nvSpPr>
        <p:spPr/>
        <p:txBody>
          <a:bodyPr>
            <a:normAutofit/>
          </a:bodyPr>
          <a:lstStyle/>
          <a:p>
            <a:pPr algn="l"/>
            <a:r>
              <a:rPr lang="en-US" sz="2000"/>
              <a:t>3.7: Tính toán các bộ điều chỉnh</a:t>
            </a:r>
          </a:p>
          <a:p>
            <a:pPr algn="l"/>
            <a:r>
              <a:rPr lang="en-US" sz="2000"/>
              <a:t>3.7.2: Tính toán bộ điều chỉnh tốc độ</a:t>
            </a:r>
          </a:p>
          <a:p>
            <a:pPr algn="l"/>
            <a:endParaRPr lang="en-US" sz="2000"/>
          </a:p>
          <a:p>
            <a:pPr algn="l"/>
            <a:endParaRPr lang="en-US" sz="2000"/>
          </a:p>
          <a:p>
            <a:pPr algn="l"/>
            <a:endParaRPr lang="en-US" sz="2000"/>
          </a:p>
          <a:p>
            <a:pPr marL="342900" indent="-342900" algn="l">
              <a:buFont typeface="Wingdings" panose="05000000000000000000" pitchFamily="2" charset="2"/>
              <a:buChar char="v"/>
            </a:pPr>
            <a:r>
              <a:rPr lang="en-US" sz="2000"/>
              <a:t>Thay các số liệu động cơ vào mô hình ta rút ra được hàm truyền hệ kín của mô hình</a:t>
            </a:r>
          </a:p>
          <a:p>
            <a:pPr algn="l"/>
            <a:endParaRPr lang="en-US"/>
          </a:p>
          <a:p>
            <a:pPr marL="342900" indent="-342900" algn="l">
              <a:buFont typeface="Wingdings" panose="05000000000000000000" pitchFamily="2" charset="2"/>
              <a:buChar char="v"/>
            </a:pPr>
            <a:endParaRPr lang="en-US" sz="2000"/>
          </a:p>
          <a:p>
            <a:pPr marL="342900" indent="-342900" algn="l">
              <a:buFont typeface="Wingdings" panose="05000000000000000000" pitchFamily="2" charset="2"/>
              <a:buChar char="v"/>
            </a:pPr>
            <a:r>
              <a:rPr lang="en-US" sz="2000"/>
              <a:t>Chọn              , từ đó ta tính được bộ điều chỉnh</a:t>
            </a:r>
          </a:p>
        </p:txBody>
      </p:sp>
      <p:sp>
        <p:nvSpPr>
          <p:cNvPr id="3" name="Text Placeholder 2">
            <a:extLst>
              <a:ext uri="{FF2B5EF4-FFF2-40B4-BE49-F238E27FC236}">
                <a16:creationId xmlns:a16="http://schemas.microsoft.com/office/drawing/2014/main" id="{F3F24E70-36B1-4BCA-B021-DC093F34144F}"/>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FBDFA619-AC42-466D-A302-19C2D3B21FAD}"/>
              </a:ext>
            </a:extLst>
          </p:cNvPr>
          <p:cNvSpPr>
            <a:spLocks noGrp="1"/>
          </p:cNvSpPr>
          <p:nvPr>
            <p:ph type="title"/>
          </p:nvPr>
        </p:nvSpPr>
        <p:spPr/>
        <p:txBody>
          <a:bodyPr/>
          <a:lstStyle/>
          <a:p>
            <a:r>
              <a:rPr lang="en-US"/>
              <a:t>Ph</a:t>
            </a:r>
            <a:r>
              <a:rPr lang="vi-VN"/>
              <a:t>ư</a:t>
            </a:r>
            <a:r>
              <a:rPr lang="en-US"/>
              <a:t>ơng pháp điều khiển FOC</a:t>
            </a:r>
          </a:p>
        </p:txBody>
      </p:sp>
      <p:sp>
        <p:nvSpPr>
          <p:cNvPr id="5" name="Slide Number Placeholder 4">
            <a:extLst>
              <a:ext uri="{FF2B5EF4-FFF2-40B4-BE49-F238E27FC236}">
                <a16:creationId xmlns:a16="http://schemas.microsoft.com/office/drawing/2014/main" id="{A63341AF-A05C-441F-9F99-C4E46E7EC0E8}"/>
              </a:ext>
            </a:extLst>
          </p:cNvPr>
          <p:cNvSpPr>
            <a:spLocks noGrp="1"/>
          </p:cNvSpPr>
          <p:nvPr>
            <p:ph type="sldNum" sz="quarter" idx="4"/>
          </p:nvPr>
        </p:nvSpPr>
        <p:spPr/>
        <p:txBody>
          <a:bodyPr/>
          <a:lstStyle/>
          <a:p>
            <a:fld id="{C4AED997-7CB6-4654-8505-4D4C6D081CC6}" type="slidenum">
              <a:rPr lang="en-US" smtClean="0"/>
              <a:pPr/>
              <a:t>27</a:t>
            </a:fld>
            <a:endParaRPr lang="en-US"/>
          </a:p>
        </p:txBody>
      </p:sp>
      <p:graphicFrame>
        <p:nvGraphicFramePr>
          <p:cNvPr id="9" name="Object 8">
            <a:extLst>
              <a:ext uri="{FF2B5EF4-FFF2-40B4-BE49-F238E27FC236}">
                <a16:creationId xmlns:a16="http://schemas.microsoft.com/office/drawing/2014/main" id="{C2D2E416-3404-4519-AB44-AF31F0531DDE}"/>
              </a:ext>
            </a:extLst>
          </p:cNvPr>
          <p:cNvGraphicFramePr>
            <a:graphicFrameLocks noChangeAspect="1"/>
          </p:cNvGraphicFramePr>
          <p:nvPr>
            <p:extLst>
              <p:ext uri="{D42A27DB-BD31-4B8C-83A1-F6EECF244321}">
                <p14:modId xmlns:p14="http://schemas.microsoft.com/office/powerpoint/2010/main" val="1345965265"/>
              </p:ext>
            </p:extLst>
          </p:nvPr>
        </p:nvGraphicFramePr>
        <p:xfrm>
          <a:off x="2901950" y="5105400"/>
          <a:ext cx="2227263" cy="1328738"/>
        </p:xfrm>
        <a:graphic>
          <a:graphicData uri="http://schemas.openxmlformats.org/presentationml/2006/ole">
            <mc:AlternateContent xmlns:mc="http://schemas.openxmlformats.org/markup-compatibility/2006">
              <mc:Choice xmlns:v="urn:schemas-microsoft-com:vml" Requires="v">
                <p:oleObj name="Equation" r:id="rId2" imgW="1320480" imgH="787320" progId="Equation.DSMT4">
                  <p:embed/>
                </p:oleObj>
              </mc:Choice>
              <mc:Fallback>
                <p:oleObj name="Equation" r:id="rId2" imgW="1320480" imgH="787320" progId="Equation.DSMT4">
                  <p:embed/>
                  <p:pic>
                    <p:nvPicPr>
                      <p:cNvPr id="9" name="Object 8">
                        <a:extLst>
                          <a:ext uri="{FF2B5EF4-FFF2-40B4-BE49-F238E27FC236}">
                            <a16:creationId xmlns:a16="http://schemas.microsoft.com/office/drawing/2014/main" id="{C2D2E416-3404-4519-AB44-AF31F0531DDE}"/>
                          </a:ext>
                        </a:extLst>
                      </p:cNvPr>
                      <p:cNvPicPr/>
                      <p:nvPr/>
                    </p:nvPicPr>
                    <p:blipFill>
                      <a:blip r:embed="rId3"/>
                      <a:stretch>
                        <a:fillRect/>
                      </a:stretch>
                    </p:blipFill>
                    <p:spPr>
                      <a:xfrm>
                        <a:off x="2901950" y="5105400"/>
                        <a:ext cx="2227263" cy="132873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9DF48E6C-848E-4279-85EF-ACF7278AF2EE}"/>
              </a:ext>
            </a:extLst>
          </p:cNvPr>
          <p:cNvPicPr>
            <a:picLocks noChangeAspect="1"/>
          </p:cNvPicPr>
          <p:nvPr/>
        </p:nvPicPr>
        <p:blipFill>
          <a:blip r:embed="rId4"/>
          <a:stretch>
            <a:fillRect/>
          </a:stretch>
        </p:blipFill>
        <p:spPr>
          <a:xfrm>
            <a:off x="230789" y="1700327"/>
            <a:ext cx="8585598" cy="1195273"/>
          </a:xfrm>
          <a:prstGeom prst="rect">
            <a:avLst/>
          </a:prstGeom>
        </p:spPr>
      </p:pic>
      <p:graphicFrame>
        <p:nvGraphicFramePr>
          <p:cNvPr id="8" name="Object 7">
            <a:extLst>
              <a:ext uri="{FF2B5EF4-FFF2-40B4-BE49-F238E27FC236}">
                <a16:creationId xmlns:a16="http://schemas.microsoft.com/office/drawing/2014/main" id="{F4F05D84-82E2-48F2-A228-77F68E56D893}"/>
              </a:ext>
            </a:extLst>
          </p:cNvPr>
          <p:cNvGraphicFramePr>
            <a:graphicFrameLocks noChangeAspect="1"/>
          </p:cNvGraphicFramePr>
          <p:nvPr>
            <p:extLst>
              <p:ext uri="{D42A27DB-BD31-4B8C-83A1-F6EECF244321}">
                <p14:modId xmlns:p14="http://schemas.microsoft.com/office/powerpoint/2010/main" val="3078526852"/>
              </p:ext>
            </p:extLst>
          </p:nvPr>
        </p:nvGraphicFramePr>
        <p:xfrm>
          <a:off x="4387715" y="3289197"/>
          <a:ext cx="3475049" cy="1327547"/>
        </p:xfrm>
        <a:graphic>
          <a:graphicData uri="http://schemas.openxmlformats.org/presentationml/2006/ole">
            <mc:AlternateContent xmlns:mc="http://schemas.openxmlformats.org/markup-compatibility/2006">
              <mc:Choice xmlns:v="urn:schemas-microsoft-com:vml" Requires="v">
                <p:oleObj name="Equation" r:id="rId5" imgW="2260440" imgH="863280" progId="Equation.DSMT4">
                  <p:embed/>
                </p:oleObj>
              </mc:Choice>
              <mc:Fallback>
                <p:oleObj name="Equation" r:id="rId5" imgW="2260440" imgH="863280" progId="Equation.DSMT4">
                  <p:embed/>
                  <p:pic>
                    <p:nvPicPr>
                      <p:cNvPr id="8" name="Object 7">
                        <a:extLst>
                          <a:ext uri="{FF2B5EF4-FFF2-40B4-BE49-F238E27FC236}">
                            <a16:creationId xmlns:a16="http://schemas.microsoft.com/office/drawing/2014/main" id="{F4F05D84-82E2-48F2-A228-77F68E56D893}"/>
                          </a:ext>
                        </a:extLst>
                      </p:cNvPr>
                      <p:cNvPicPr/>
                      <p:nvPr/>
                    </p:nvPicPr>
                    <p:blipFill>
                      <a:blip r:embed="rId6"/>
                      <a:stretch>
                        <a:fillRect/>
                      </a:stretch>
                    </p:blipFill>
                    <p:spPr>
                      <a:xfrm>
                        <a:off x="4387715" y="3289197"/>
                        <a:ext cx="3475049" cy="1327547"/>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30C1398F-C4BD-45AE-94CF-B0610DFE9139}"/>
              </a:ext>
            </a:extLst>
          </p:cNvPr>
          <p:cNvGraphicFramePr>
            <a:graphicFrameLocks noChangeAspect="1"/>
          </p:cNvGraphicFramePr>
          <p:nvPr>
            <p:extLst>
              <p:ext uri="{D42A27DB-BD31-4B8C-83A1-F6EECF244321}">
                <p14:modId xmlns:p14="http://schemas.microsoft.com/office/powerpoint/2010/main" val="1283572237"/>
              </p:ext>
            </p:extLst>
          </p:nvPr>
        </p:nvGraphicFramePr>
        <p:xfrm>
          <a:off x="1905160" y="4377186"/>
          <a:ext cx="962729" cy="690259"/>
        </p:xfrm>
        <a:graphic>
          <a:graphicData uri="http://schemas.openxmlformats.org/presentationml/2006/ole">
            <mc:AlternateContent xmlns:mc="http://schemas.openxmlformats.org/markup-compatibility/2006">
              <mc:Choice xmlns:v="urn:schemas-microsoft-com:vml" Requires="v">
                <p:oleObj name="Equation" r:id="rId7" imgW="672840" imgH="482400" progId="Equation.DSMT4">
                  <p:embed/>
                </p:oleObj>
              </mc:Choice>
              <mc:Fallback>
                <p:oleObj name="Equation" r:id="rId7" imgW="672840" imgH="482400" progId="Equation.DSMT4">
                  <p:embed/>
                  <p:pic>
                    <p:nvPicPr>
                      <p:cNvPr id="11" name="Object 10">
                        <a:extLst>
                          <a:ext uri="{FF2B5EF4-FFF2-40B4-BE49-F238E27FC236}">
                            <a16:creationId xmlns:a16="http://schemas.microsoft.com/office/drawing/2014/main" id="{30C1398F-C4BD-45AE-94CF-B0610DFE9139}"/>
                          </a:ext>
                        </a:extLst>
                      </p:cNvPr>
                      <p:cNvPicPr/>
                      <p:nvPr/>
                    </p:nvPicPr>
                    <p:blipFill>
                      <a:blip r:embed="rId8"/>
                      <a:stretch>
                        <a:fillRect/>
                      </a:stretch>
                    </p:blipFill>
                    <p:spPr>
                      <a:xfrm>
                        <a:off x="1905160" y="4377186"/>
                        <a:ext cx="962729" cy="690259"/>
                      </a:xfrm>
                      <a:prstGeom prst="rect">
                        <a:avLst/>
                      </a:prstGeom>
                    </p:spPr>
                  </p:pic>
                </p:oleObj>
              </mc:Fallback>
            </mc:AlternateContent>
          </a:graphicData>
        </a:graphic>
      </p:graphicFrame>
    </p:spTree>
    <p:extLst>
      <p:ext uri="{BB962C8B-B14F-4D97-AF65-F5344CB8AC3E}">
        <p14:creationId xmlns:p14="http://schemas.microsoft.com/office/powerpoint/2010/main" val="27200582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683C229-328B-44F0-BD17-8D9D721E9DB6}"/>
              </a:ext>
            </a:extLst>
          </p:cNvPr>
          <p:cNvSpPr>
            <a:spLocks noGrp="1"/>
          </p:cNvSpPr>
          <p:nvPr>
            <p:ph type="subTitle" idx="1"/>
          </p:nvPr>
        </p:nvSpPr>
        <p:spPr/>
        <p:txBody>
          <a:bodyPr>
            <a:normAutofit/>
          </a:bodyPr>
          <a:lstStyle/>
          <a:p>
            <a:pPr algn="l"/>
            <a:r>
              <a:rPr lang="en-US" sz="2000"/>
              <a:t>3.7: Tính toán các bộ điều chỉnh</a:t>
            </a:r>
          </a:p>
          <a:p>
            <a:pPr algn="l"/>
            <a:r>
              <a:rPr lang="en-US" sz="2000"/>
              <a:t>3.7.3: Tính toán bộ điều chỉnh từ thông</a:t>
            </a:r>
          </a:p>
          <a:p>
            <a:pPr algn="l"/>
            <a:endParaRPr lang="en-US" sz="2000"/>
          </a:p>
          <a:p>
            <a:pPr algn="l"/>
            <a:endParaRPr lang="en-US" sz="2000"/>
          </a:p>
          <a:p>
            <a:pPr algn="l"/>
            <a:endParaRPr lang="en-US" sz="2000"/>
          </a:p>
          <a:p>
            <a:pPr marL="342900" indent="-342900" algn="l">
              <a:buFont typeface="Wingdings" panose="05000000000000000000" pitchFamily="2" charset="2"/>
              <a:buChar char="v"/>
            </a:pPr>
            <a:r>
              <a:rPr lang="en-US" sz="2000"/>
              <a:t>Thay các số liệu động cơ vào mô hình  và chọn          ta rút ra được hàm truyền hệ kín của mô hình</a:t>
            </a:r>
          </a:p>
          <a:p>
            <a:pPr algn="l"/>
            <a:endParaRPr lang="en-US"/>
          </a:p>
          <a:p>
            <a:pPr marL="342900" indent="-342900" algn="l">
              <a:buFont typeface="Wingdings" panose="05000000000000000000" pitchFamily="2" charset="2"/>
              <a:buChar char="v"/>
            </a:pPr>
            <a:endParaRPr lang="en-US" sz="2000"/>
          </a:p>
          <a:p>
            <a:pPr marL="342900" indent="-342900" algn="l">
              <a:buFont typeface="Wingdings" panose="05000000000000000000" pitchFamily="2" charset="2"/>
              <a:buChar char="v"/>
            </a:pPr>
            <a:endParaRPr lang="en-US" sz="2000"/>
          </a:p>
          <a:p>
            <a:pPr marL="342900" indent="-342900" algn="l">
              <a:buFont typeface="Wingdings" panose="05000000000000000000" pitchFamily="2" charset="2"/>
              <a:buChar char="v"/>
            </a:pPr>
            <a:r>
              <a:rPr lang="en-US" sz="2000"/>
              <a:t>Chọn                  , từ đó ta tính được bộ điều chỉnh</a:t>
            </a:r>
          </a:p>
        </p:txBody>
      </p:sp>
      <p:sp>
        <p:nvSpPr>
          <p:cNvPr id="3" name="Text Placeholder 2">
            <a:extLst>
              <a:ext uri="{FF2B5EF4-FFF2-40B4-BE49-F238E27FC236}">
                <a16:creationId xmlns:a16="http://schemas.microsoft.com/office/drawing/2014/main" id="{F3F24E70-36B1-4BCA-B021-DC093F34144F}"/>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FBDFA619-AC42-466D-A302-19C2D3B21FAD}"/>
              </a:ext>
            </a:extLst>
          </p:cNvPr>
          <p:cNvSpPr>
            <a:spLocks noGrp="1"/>
          </p:cNvSpPr>
          <p:nvPr>
            <p:ph type="title"/>
          </p:nvPr>
        </p:nvSpPr>
        <p:spPr/>
        <p:txBody>
          <a:bodyPr/>
          <a:lstStyle/>
          <a:p>
            <a:r>
              <a:rPr lang="en-US"/>
              <a:t>Ph</a:t>
            </a:r>
            <a:r>
              <a:rPr lang="vi-VN"/>
              <a:t>ư</a:t>
            </a:r>
            <a:r>
              <a:rPr lang="en-US"/>
              <a:t>ơng pháp điều khiển FOC</a:t>
            </a:r>
          </a:p>
        </p:txBody>
      </p:sp>
      <p:sp>
        <p:nvSpPr>
          <p:cNvPr id="5" name="Slide Number Placeholder 4">
            <a:extLst>
              <a:ext uri="{FF2B5EF4-FFF2-40B4-BE49-F238E27FC236}">
                <a16:creationId xmlns:a16="http://schemas.microsoft.com/office/drawing/2014/main" id="{A63341AF-A05C-441F-9F99-C4E46E7EC0E8}"/>
              </a:ext>
            </a:extLst>
          </p:cNvPr>
          <p:cNvSpPr>
            <a:spLocks noGrp="1"/>
          </p:cNvSpPr>
          <p:nvPr>
            <p:ph type="sldNum" sz="quarter" idx="4"/>
          </p:nvPr>
        </p:nvSpPr>
        <p:spPr/>
        <p:txBody>
          <a:bodyPr/>
          <a:lstStyle/>
          <a:p>
            <a:fld id="{C4AED997-7CB6-4654-8505-4D4C6D081CC6}" type="slidenum">
              <a:rPr lang="en-US" smtClean="0"/>
              <a:pPr/>
              <a:t>28</a:t>
            </a:fld>
            <a:endParaRPr lang="en-US"/>
          </a:p>
        </p:txBody>
      </p:sp>
      <p:graphicFrame>
        <p:nvGraphicFramePr>
          <p:cNvPr id="9" name="Object 8">
            <a:extLst>
              <a:ext uri="{FF2B5EF4-FFF2-40B4-BE49-F238E27FC236}">
                <a16:creationId xmlns:a16="http://schemas.microsoft.com/office/drawing/2014/main" id="{C2D2E416-3404-4519-AB44-AF31F0531DDE}"/>
              </a:ext>
            </a:extLst>
          </p:cNvPr>
          <p:cNvGraphicFramePr>
            <a:graphicFrameLocks noChangeAspect="1"/>
          </p:cNvGraphicFramePr>
          <p:nvPr>
            <p:extLst>
              <p:ext uri="{D42A27DB-BD31-4B8C-83A1-F6EECF244321}">
                <p14:modId xmlns:p14="http://schemas.microsoft.com/office/powerpoint/2010/main" val="1932773437"/>
              </p:ext>
            </p:extLst>
          </p:nvPr>
        </p:nvGraphicFramePr>
        <p:xfrm>
          <a:off x="2990850" y="5405438"/>
          <a:ext cx="2135188" cy="757237"/>
        </p:xfrm>
        <a:graphic>
          <a:graphicData uri="http://schemas.openxmlformats.org/presentationml/2006/ole">
            <mc:AlternateContent xmlns:mc="http://schemas.openxmlformats.org/markup-compatibility/2006">
              <mc:Choice xmlns:v="urn:schemas-microsoft-com:vml" Requires="v">
                <p:oleObj name="Equation" r:id="rId3" imgW="1218960" imgH="431640" progId="Equation.DSMT4">
                  <p:embed/>
                </p:oleObj>
              </mc:Choice>
              <mc:Fallback>
                <p:oleObj name="Equation" r:id="rId3" imgW="1218960" imgH="431640" progId="Equation.DSMT4">
                  <p:embed/>
                  <p:pic>
                    <p:nvPicPr>
                      <p:cNvPr id="9" name="Object 8">
                        <a:extLst>
                          <a:ext uri="{FF2B5EF4-FFF2-40B4-BE49-F238E27FC236}">
                            <a16:creationId xmlns:a16="http://schemas.microsoft.com/office/drawing/2014/main" id="{C2D2E416-3404-4519-AB44-AF31F0531DDE}"/>
                          </a:ext>
                        </a:extLst>
                      </p:cNvPr>
                      <p:cNvPicPr/>
                      <p:nvPr/>
                    </p:nvPicPr>
                    <p:blipFill>
                      <a:blip r:embed="rId4"/>
                      <a:stretch>
                        <a:fillRect/>
                      </a:stretch>
                    </p:blipFill>
                    <p:spPr>
                      <a:xfrm>
                        <a:off x="2990850" y="5405438"/>
                        <a:ext cx="2135188" cy="757237"/>
                      </a:xfrm>
                      <a:prstGeom prst="rect">
                        <a:avLst/>
                      </a:prstGeom>
                    </p:spPr>
                  </p:pic>
                </p:oleObj>
              </mc:Fallback>
            </mc:AlternateContent>
          </a:graphicData>
        </a:graphic>
      </p:graphicFrame>
      <p:pic>
        <p:nvPicPr>
          <p:cNvPr id="12" name="Picture 11">
            <a:extLst>
              <a:ext uri="{FF2B5EF4-FFF2-40B4-BE49-F238E27FC236}">
                <a16:creationId xmlns:a16="http://schemas.microsoft.com/office/drawing/2014/main" id="{85F06C17-5631-46A6-9043-D5D9602D4C0B}"/>
              </a:ext>
            </a:extLst>
          </p:cNvPr>
          <p:cNvPicPr>
            <a:picLocks noChangeAspect="1"/>
          </p:cNvPicPr>
          <p:nvPr/>
        </p:nvPicPr>
        <p:blipFill>
          <a:blip r:embed="rId5"/>
          <a:stretch>
            <a:fillRect/>
          </a:stretch>
        </p:blipFill>
        <p:spPr>
          <a:xfrm>
            <a:off x="537575" y="1781159"/>
            <a:ext cx="8068850" cy="1201073"/>
          </a:xfrm>
          <a:prstGeom prst="rect">
            <a:avLst/>
          </a:prstGeom>
        </p:spPr>
      </p:pic>
      <p:graphicFrame>
        <p:nvGraphicFramePr>
          <p:cNvPr id="6" name="Object 5">
            <a:extLst>
              <a:ext uri="{FF2B5EF4-FFF2-40B4-BE49-F238E27FC236}">
                <a16:creationId xmlns:a16="http://schemas.microsoft.com/office/drawing/2014/main" id="{8FED8D4E-C2F5-497B-BCFD-912B0E3215CB}"/>
              </a:ext>
            </a:extLst>
          </p:cNvPr>
          <p:cNvGraphicFramePr>
            <a:graphicFrameLocks noChangeAspect="1"/>
          </p:cNvGraphicFramePr>
          <p:nvPr>
            <p:extLst>
              <p:ext uri="{D42A27DB-BD31-4B8C-83A1-F6EECF244321}">
                <p14:modId xmlns:p14="http://schemas.microsoft.com/office/powerpoint/2010/main" val="2305289621"/>
              </p:ext>
            </p:extLst>
          </p:nvPr>
        </p:nvGraphicFramePr>
        <p:xfrm>
          <a:off x="6662303" y="2946542"/>
          <a:ext cx="666751" cy="363683"/>
        </p:xfrm>
        <a:graphic>
          <a:graphicData uri="http://schemas.openxmlformats.org/presentationml/2006/ole">
            <mc:AlternateContent xmlns:mc="http://schemas.openxmlformats.org/markup-compatibility/2006">
              <mc:Choice xmlns:v="urn:schemas-microsoft-com:vml" Requires="v">
                <p:oleObj name="Equation" r:id="rId6" imgW="419040" imgH="228600" progId="Equation.DSMT4">
                  <p:embed/>
                </p:oleObj>
              </mc:Choice>
              <mc:Fallback>
                <p:oleObj name="Equation" r:id="rId6" imgW="419040" imgH="228600" progId="Equation.DSMT4">
                  <p:embed/>
                  <p:pic>
                    <p:nvPicPr>
                      <p:cNvPr id="6" name="Object 5">
                        <a:extLst>
                          <a:ext uri="{FF2B5EF4-FFF2-40B4-BE49-F238E27FC236}">
                            <a16:creationId xmlns:a16="http://schemas.microsoft.com/office/drawing/2014/main" id="{8FED8D4E-C2F5-497B-BCFD-912B0E3215CB}"/>
                          </a:ext>
                        </a:extLst>
                      </p:cNvPr>
                      <p:cNvPicPr/>
                      <p:nvPr/>
                    </p:nvPicPr>
                    <p:blipFill>
                      <a:blip r:embed="rId7"/>
                      <a:stretch>
                        <a:fillRect/>
                      </a:stretch>
                    </p:blipFill>
                    <p:spPr>
                      <a:xfrm>
                        <a:off x="6662303" y="2946542"/>
                        <a:ext cx="666751" cy="363683"/>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74E89772-40A7-40E1-9F69-DE0EFB2768BC}"/>
              </a:ext>
            </a:extLst>
          </p:cNvPr>
          <p:cNvGraphicFramePr>
            <a:graphicFrameLocks noChangeAspect="1"/>
          </p:cNvGraphicFramePr>
          <p:nvPr>
            <p:extLst>
              <p:ext uri="{D42A27DB-BD31-4B8C-83A1-F6EECF244321}">
                <p14:modId xmlns:p14="http://schemas.microsoft.com/office/powerpoint/2010/main" val="2682509400"/>
              </p:ext>
            </p:extLst>
          </p:nvPr>
        </p:nvGraphicFramePr>
        <p:xfrm>
          <a:off x="3037320" y="3663873"/>
          <a:ext cx="3459807" cy="1201073"/>
        </p:xfrm>
        <a:graphic>
          <a:graphicData uri="http://schemas.openxmlformats.org/presentationml/2006/ole">
            <mc:AlternateContent xmlns:mc="http://schemas.openxmlformats.org/markup-compatibility/2006">
              <mc:Choice xmlns:v="urn:schemas-microsoft-com:vml" Requires="v">
                <p:oleObj name="Equation" r:id="rId8" imgW="1828800" imgH="634680" progId="Equation.DSMT4">
                  <p:embed/>
                </p:oleObj>
              </mc:Choice>
              <mc:Fallback>
                <p:oleObj name="Equation" r:id="rId8" imgW="1828800" imgH="634680" progId="Equation.DSMT4">
                  <p:embed/>
                  <p:pic>
                    <p:nvPicPr>
                      <p:cNvPr id="7" name="Object 6">
                        <a:extLst>
                          <a:ext uri="{FF2B5EF4-FFF2-40B4-BE49-F238E27FC236}">
                            <a16:creationId xmlns:a16="http://schemas.microsoft.com/office/drawing/2014/main" id="{74E89772-40A7-40E1-9F69-DE0EFB2768BC}"/>
                          </a:ext>
                        </a:extLst>
                      </p:cNvPr>
                      <p:cNvPicPr/>
                      <p:nvPr/>
                    </p:nvPicPr>
                    <p:blipFill>
                      <a:blip r:embed="rId9"/>
                      <a:stretch>
                        <a:fillRect/>
                      </a:stretch>
                    </p:blipFill>
                    <p:spPr>
                      <a:xfrm>
                        <a:off x="3037320" y="3663873"/>
                        <a:ext cx="3459807" cy="1201073"/>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0CE473E6-386A-4829-91BC-B1B97E969EDF}"/>
              </a:ext>
            </a:extLst>
          </p:cNvPr>
          <p:cNvGraphicFramePr>
            <a:graphicFrameLocks noChangeAspect="1"/>
          </p:cNvGraphicFramePr>
          <p:nvPr>
            <p:extLst>
              <p:ext uri="{D42A27DB-BD31-4B8C-83A1-F6EECF244321}">
                <p14:modId xmlns:p14="http://schemas.microsoft.com/office/powerpoint/2010/main" val="1869133358"/>
              </p:ext>
            </p:extLst>
          </p:nvPr>
        </p:nvGraphicFramePr>
        <p:xfrm>
          <a:off x="1900465" y="4864946"/>
          <a:ext cx="1282700" cy="341312"/>
        </p:xfrm>
        <a:graphic>
          <a:graphicData uri="http://schemas.openxmlformats.org/presentationml/2006/ole">
            <mc:AlternateContent xmlns:mc="http://schemas.openxmlformats.org/markup-compatibility/2006">
              <mc:Choice xmlns:v="urn:schemas-microsoft-com:vml" Requires="v">
                <p:oleObj name="Equation" r:id="rId10" imgW="761760" imgH="203040" progId="Equation.DSMT4">
                  <p:embed/>
                </p:oleObj>
              </mc:Choice>
              <mc:Fallback>
                <p:oleObj name="Equation" r:id="rId10" imgW="761760" imgH="203040" progId="Equation.DSMT4">
                  <p:embed/>
                  <p:pic>
                    <p:nvPicPr>
                      <p:cNvPr id="14" name="Object 13">
                        <a:extLst>
                          <a:ext uri="{FF2B5EF4-FFF2-40B4-BE49-F238E27FC236}">
                            <a16:creationId xmlns:a16="http://schemas.microsoft.com/office/drawing/2014/main" id="{0CE473E6-386A-4829-91BC-B1B97E969EDF}"/>
                          </a:ext>
                        </a:extLst>
                      </p:cNvPr>
                      <p:cNvPicPr/>
                      <p:nvPr/>
                    </p:nvPicPr>
                    <p:blipFill>
                      <a:blip r:embed="rId11"/>
                      <a:stretch>
                        <a:fillRect/>
                      </a:stretch>
                    </p:blipFill>
                    <p:spPr>
                      <a:xfrm>
                        <a:off x="1900465" y="4864946"/>
                        <a:ext cx="1282700" cy="341312"/>
                      </a:xfrm>
                      <a:prstGeom prst="rect">
                        <a:avLst/>
                      </a:prstGeom>
                    </p:spPr>
                  </p:pic>
                </p:oleObj>
              </mc:Fallback>
            </mc:AlternateContent>
          </a:graphicData>
        </a:graphic>
      </p:graphicFrame>
    </p:spTree>
    <p:extLst>
      <p:ext uri="{BB962C8B-B14F-4D97-AF65-F5344CB8AC3E}">
        <p14:creationId xmlns:p14="http://schemas.microsoft.com/office/powerpoint/2010/main" val="22845289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858982" y="949921"/>
            <a:ext cx="7689273" cy="4927107"/>
          </a:xfrm>
        </p:spPr>
        <p:txBody>
          <a:bodyPr>
            <a:normAutofit/>
          </a:bodyPr>
          <a:lstStyle/>
          <a:p>
            <a:pPr marL="342900" indent="-342900" algn="l">
              <a:buFont typeface="Wingdings" panose="05000000000000000000" pitchFamily="2" charset="2"/>
              <a:buChar char="v"/>
            </a:pPr>
            <a:r>
              <a:rPr lang="en-US" sz="2000"/>
              <a:t>Mô phỏng kiểm chứng phương pháp điều khiển FOC trên MATLAB và Bộ Typhoon HIL 402</a:t>
            </a:r>
          </a:p>
          <a:p>
            <a:pPr marL="342900" indent="-342900" algn="l">
              <a:buFont typeface="Wingdings" panose="05000000000000000000" pitchFamily="2" charset="2"/>
              <a:buChar char="v"/>
            </a:pPr>
            <a:r>
              <a:rPr lang="en-US" sz="2000"/>
              <a:t>Sử dụng bộ điều khiển PI rời rạc theo phương pháp Tustin</a:t>
            </a:r>
          </a:p>
          <a:p>
            <a:pPr marL="342900" indent="-342900" algn="l">
              <a:buFont typeface="Wingdings" panose="05000000000000000000" pitchFamily="2" charset="2"/>
              <a:buChar char="v"/>
            </a:pPr>
            <a:r>
              <a:rPr lang="en-US" sz="2000"/>
              <a:t>Lượng đặt tốc độ điện là 100 rad/s</a:t>
            </a:r>
          </a:p>
          <a:p>
            <a:pPr marL="342900" indent="-342900" algn="l">
              <a:buFont typeface="Wingdings" panose="05000000000000000000" pitchFamily="2" charset="2"/>
              <a:buChar char="v"/>
            </a:pPr>
            <a:r>
              <a:rPr lang="en-US" sz="2000"/>
              <a:t>Lượng đặt từ thông rotor là 8.1144 Vs</a:t>
            </a:r>
          </a:p>
        </p:txBody>
      </p:sp>
      <p:sp>
        <p:nvSpPr>
          <p:cNvPr id="3" name="Text Placeholder 2"/>
          <p:cNvSpPr>
            <a:spLocks noGrp="1"/>
          </p:cNvSpPr>
          <p:nvPr>
            <p:ph type="body" sz="quarter" idx="12"/>
          </p:nvPr>
        </p:nvSpPr>
        <p:spPr/>
        <p:txBody>
          <a:bodyPr vert="horz" lIns="91440" tIns="45720" rIns="91440" bIns="45720" rtlCol="0" anchor="t">
            <a:noAutofit/>
          </a:bodyPr>
          <a:lstStyle/>
          <a:p>
            <a:r>
              <a:rPr lang="en-US"/>
              <a:t>4</a:t>
            </a:r>
          </a:p>
        </p:txBody>
      </p:sp>
      <p:sp>
        <p:nvSpPr>
          <p:cNvPr id="4" name="Title 3"/>
          <p:cNvSpPr>
            <a:spLocks noGrp="1"/>
          </p:cNvSpPr>
          <p:nvPr>
            <p:ph type="title"/>
          </p:nvPr>
        </p:nvSpPr>
        <p:spPr/>
        <p:txBody>
          <a:bodyPr/>
          <a:lstStyle/>
          <a:p>
            <a:r>
              <a:rPr lang="en-US" err="1">
                <a:latin typeface="Arial"/>
                <a:cs typeface="Arial"/>
              </a:rPr>
              <a:t>Mô</a:t>
            </a:r>
            <a:r>
              <a:rPr lang="en-US">
                <a:latin typeface="Arial"/>
                <a:cs typeface="Arial"/>
              </a:rPr>
              <a:t> </a:t>
            </a:r>
            <a:r>
              <a:rPr lang="en-US" err="1">
                <a:latin typeface="Arial"/>
                <a:cs typeface="Arial"/>
              </a:rPr>
              <a:t>phỏng</a:t>
            </a:r>
            <a:r>
              <a:rPr lang="en-US">
                <a:latin typeface="Arial"/>
                <a:cs typeface="Arial"/>
              </a:rPr>
              <a:t> </a:t>
            </a:r>
            <a:r>
              <a:rPr lang="en-US" err="1">
                <a:latin typeface="Arial"/>
                <a:cs typeface="Arial"/>
              </a:rPr>
              <a:t>kiểm</a:t>
            </a:r>
            <a:r>
              <a:rPr lang="en-US">
                <a:latin typeface="Arial"/>
                <a:cs typeface="Arial"/>
              </a:rPr>
              <a:t> </a:t>
            </a:r>
            <a:r>
              <a:rPr lang="en-US" err="1">
                <a:latin typeface="Arial"/>
                <a:cs typeface="Arial"/>
              </a:rPr>
              <a:t>chứng</a:t>
            </a:r>
            <a:endParaRPr lang="en-US" err="1"/>
          </a:p>
        </p:txBody>
      </p:sp>
      <p:sp>
        <p:nvSpPr>
          <p:cNvPr id="5" name="Slide Number Placeholder 4"/>
          <p:cNvSpPr>
            <a:spLocks noGrp="1"/>
          </p:cNvSpPr>
          <p:nvPr>
            <p:ph type="sldNum" sz="quarter" idx="4"/>
          </p:nvPr>
        </p:nvSpPr>
        <p:spPr/>
        <p:txBody>
          <a:bodyPr/>
          <a:lstStyle/>
          <a:p>
            <a:fld id="{C4AED997-7CB6-4654-8505-4D4C6D081CC6}" type="slidenum">
              <a:rPr lang="en-US" smtClean="0"/>
              <a:pPr/>
              <a:t>29</a:t>
            </a:fld>
            <a:endParaRPr lang="en-US"/>
          </a:p>
        </p:txBody>
      </p:sp>
    </p:spTree>
    <p:extLst>
      <p:ext uri="{BB962C8B-B14F-4D97-AF65-F5344CB8AC3E}">
        <p14:creationId xmlns:p14="http://schemas.microsoft.com/office/powerpoint/2010/main" val="3221918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vert="horz" lIns="91440" tIns="45720" rIns="91440" bIns="45720" rtlCol="0" anchor="t">
            <a:noAutofit/>
          </a:bodyPr>
          <a:lstStyle/>
          <a:p>
            <a:r>
              <a:rPr lang="en-US"/>
              <a:t>4</a:t>
            </a:r>
          </a:p>
        </p:txBody>
      </p:sp>
      <p:sp>
        <p:nvSpPr>
          <p:cNvPr id="4" name="Title 3"/>
          <p:cNvSpPr>
            <a:spLocks noGrp="1"/>
          </p:cNvSpPr>
          <p:nvPr>
            <p:ph type="title"/>
          </p:nvPr>
        </p:nvSpPr>
        <p:spPr/>
        <p:txBody>
          <a:bodyPr/>
          <a:lstStyle/>
          <a:p>
            <a:r>
              <a:rPr lang="en-US" err="1">
                <a:latin typeface="Arial"/>
                <a:cs typeface="Arial"/>
              </a:rPr>
              <a:t>Mô</a:t>
            </a:r>
            <a:r>
              <a:rPr lang="en-US">
                <a:latin typeface="Arial"/>
                <a:cs typeface="Arial"/>
              </a:rPr>
              <a:t> </a:t>
            </a:r>
            <a:r>
              <a:rPr lang="en-US" err="1">
                <a:latin typeface="Arial"/>
                <a:cs typeface="Arial"/>
              </a:rPr>
              <a:t>phỏng</a:t>
            </a:r>
            <a:r>
              <a:rPr lang="en-US">
                <a:latin typeface="Arial"/>
                <a:cs typeface="Arial"/>
              </a:rPr>
              <a:t> </a:t>
            </a:r>
            <a:r>
              <a:rPr lang="en-US" err="1">
                <a:latin typeface="Arial"/>
                <a:cs typeface="Arial"/>
              </a:rPr>
              <a:t>kiểm</a:t>
            </a:r>
            <a:r>
              <a:rPr lang="en-US">
                <a:latin typeface="Arial"/>
                <a:cs typeface="Arial"/>
              </a:rPr>
              <a:t> </a:t>
            </a:r>
            <a:r>
              <a:rPr lang="en-US" err="1">
                <a:latin typeface="Arial"/>
                <a:cs typeface="Arial"/>
              </a:rPr>
              <a:t>chứng</a:t>
            </a:r>
            <a:endParaRPr lang="en-US" err="1"/>
          </a:p>
        </p:txBody>
      </p:sp>
      <p:sp>
        <p:nvSpPr>
          <p:cNvPr id="5" name="Slide Number Placeholder 4"/>
          <p:cNvSpPr>
            <a:spLocks noGrp="1"/>
          </p:cNvSpPr>
          <p:nvPr>
            <p:ph type="sldNum" sz="quarter" idx="4"/>
          </p:nvPr>
        </p:nvSpPr>
        <p:spPr/>
        <p:txBody>
          <a:bodyPr/>
          <a:lstStyle/>
          <a:p>
            <a:fld id="{C4AED997-7CB6-4654-8505-4D4C6D081CC6}" type="slidenum">
              <a:rPr lang="en-US" smtClean="0"/>
              <a:pPr/>
              <a:t>30</a:t>
            </a:fld>
            <a:endParaRPr lang="en-US"/>
          </a:p>
        </p:txBody>
      </p:sp>
      <p:pic>
        <p:nvPicPr>
          <p:cNvPr id="7" name="Picture 6">
            <a:extLst>
              <a:ext uri="{FF2B5EF4-FFF2-40B4-BE49-F238E27FC236}">
                <a16:creationId xmlns:a16="http://schemas.microsoft.com/office/drawing/2014/main" id="{E9583297-1312-423B-B8C1-0C95C096022D}"/>
              </a:ext>
            </a:extLst>
          </p:cNvPr>
          <p:cNvPicPr>
            <a:picLocks noChangeAspect="1"/>
          </p:cNvPicPr>
          <p:nvPr/>
        </p:nvPicPr>
        <p:blipFill>
          <a:blip r:embed="rId2"/>
          <a:stretch>
            <a:fillRect/>
          </a:stretch>
        </p:blipFill>
        <p:spPr>
          <a:xfrm>
            <a:off x="-1" y="1169308"/>
            <a:ext cx="9144000" cy="4024161"/>
          </a:xfrm>
          <a:prstGeom prst="rect">
            <a:avLst/>
          </a:prstGeom>
        </p:spPr>
      </p:pic>
      <p:sp>
        <p:nvSpPr>
          <p:cNvPr id="8" name="TextBox 7">
            <a:extLst>
              <a:ext uri="{FF2B5EF4-FFF2-40B4-BE49-F238E27FC236}">
                <a16:creationId xmlns:a16="http://schemas.microsoft.com/office/drawing/2014/main" id="{0B4E9A38-1760-4365-8098-D5C6FB280AB1}"/>
              </a:ext>
            </a:extLst>
          </p:cNvPr>
          <p:cNvSpPr txBox="1"/>
          <p:nvPr/>
        </p:nvSpPr>
        <p:spPr>
          <a:xfrm>
            <a:off x="535993" y="5126182"/>
            <a:ext cx="7815193" cy="400110"/>
          </a:xfrm>
          <a:prstGeom prst="rect">
            <a:avLst/>
          </a:prstGeom>
          <a:noFill/>
        </p:spPr>
        <p:txBody>
          <a:bodyPr wrap="square" rtlCol="0">
            <a:spAutoFit/>
          </a:bodyPr>
          <a:lstStyle/>
          <a:p>
            <a:pPr algn="ctr"/>
            <a:r>
              <a:rPr lang="en-US" sz="2000">
                <a:solidFill>
                  <a:schemeClr val="accent1">
                    <a:lumMod val="50000"/>
                  </a:schemeClr>
                </a:solidFill>
                <a:latin typeface="Arial" panose="020B0604020202020204" pitchFamily="34" charset="0"/>
                <a:cs typeface="Arial" panose="020B0604020202020204" pitchFamily="34" charset="0"/>
              </a:rPr>
              <a:t>Hình ảnh mô phỏng trên MATLAB</a:t>
            </a:r>
          </a:p>
        </p:txBody>
      </p:sp>
    </p:spTree>
    <p:extLst>
      <p:ext uri="{BB962C8B-B14F-4D97-AF65-F5344CB8AC3E}">
        <p14:creationId xmlns:p14="http://schemas.microsoft.com/office/powerpoint/2010/main" val="2904609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3293114-F54B-48E6-BBF8-8E259396C781}"/>
              </a:ext>
            </a:extLst>
          </p:cNvPr>
          <p:cNvSpPr>
            <a:spLocks noGrp="1"/>
          </p:cNvSpPr>
          <p:nvPr>
            <p:ph type="subTitle" idx="1"/>
          </p:nvPr>
        </p:nvSpPr>
        <p:spPr>
          <a:xfrm>
            <a:off x="2517214" y="5727434"/>
            <a:ext cx="4109570" cy="349064"/>
          </a:xfrm>
        </p:spPr>
        <p:txBody>
          <a:bodyPr>
            <a:noAutofit/>
          </a:bodyPr>
          <a:lstStyle/>
          <a:p>
            <a:r>
              <a:rPr lang="en-US" sz="2000"/>
              <a:t>Mô hình từ thông</a:t>
            </a:r>
          </a:p>
        </p:txBody>
      </p:sp>
      <p:sp>
        <p:nvSpPr>
          <p:cNvPr id="3" name="Text Placeholder 2">
            <a:extLst>
              <a:ext uri="{FF2B5EF4-FFF2-40B4-BE49-F238E27FC236}">
                <a16:creationId xmlns:a16="http://schemas.microsoft.com/office/drawing/2014/main" id="{3A950F95-6D51-44F6-8930-B092E64AA39A}"/>
              </a:ext>
            </a:extLst>
          </p:cNvPr>
          <p:cNvSpPr>
            <a:spLocks noGrp="1"/>
          </p:cNvSpPr>
          <p:nvPr>
            <p:ph type="body" sz="quarter" idx="12"/>
          </p:nvPr>
        </p:nvSpPr>
        <p:spPr/>
        <p:txBody>
          <a:bodyPr/>
          <a:lstStyle/>
          <a:p>
            <a:r>
              <a:rPr lang="en-US"/>
              <a:t>4</a:t>
            </a:r>
          </a:p>
        </p:txBody>
      </p:sp>
      <p:sp>
        <p:nvSpPr>
          <p:cNvPr id="4" name="Title 3">
            <a:extLst>
              <a:ext uri="{FF2B5EF4-FFF2-40B4-BE49-F238E27FC236}">
                <a16:creationId xmlns:a16="http://schemas.microsoft.com/office/drawing/2014/main" id="{5C11495D-8E3E-46CC-95BA-1248888E5B43}"/>
              </a:ext>
            </a:extLst>
          </p:cNvPr>
          <p:cNvSpPr>
            <a:spLocks noGrp="1"/>
          </p:cNvSpPr>
          <p:nvPr>
            <p:ph type="title"/>
          </p:nvPr>
        </p:nvSpPr>
        <p:spPr/>
        <p:txBody>
          <a:bodyPr/>
          <a:lstStyle/>
          <a:p>
            <a:r>
              <a:rPr lang="en-US"/>
              <a:t>Mô phỏng kiểm chứng</a:t>
            </a:r>
          </a:p>
        </p:txBody>
      </p:sp>
      <p:sp>
        <p:nvSpPr>
          <p:cNvPr id="5" name="Slide Number Placeholder 4">
            <a:extLst>
              <a:ext uri="{FF2B5EF4-FFF2-40B4-BE49-F238E27FC236}">
                <a16:creationId xmlns:a16="http://schemas.microsoft.com/office/drawing/2014/main" id="{BA477AA5-E418-4CD8-9354-FC1BE0D86AA1}"/>
              </a:ext>
            </a:extLst>
          </p:cNvPr>
          <p:cNvSpPr>
            <a:spLocks noGrp="1"/>
          </p:cNvSpPr>
          <p:nvPr>
            <p:ph type="sldNum" sz="quarter" idx="4"/>
          </p:nvPr>
        </p:nvSpPr>
        <p:spPr/>
        <p:txBody>
          <a:bodyPr/>
          <a:lstStyle/>
          <a:p>
            <a:fld id="{C4AED997-7CB6-4654-8505-4D4C6D081CC6}" type="slidenum">
              <a:rPr lang="en-US" smtClean="0"/>
              <a:pPr/>
              <a:t>31</a:t>
            </a:fld>
            <a:endParaRPr lang="en-US"/>
          </a:p>
        </p:txBody>
      </p:sp>
      <p:pic>
        <p:nvPicPr>
          <p:cNvPr id="7" name="Picture 6">
            <a:extLst>
              <a:ext uri="{FF2B5EF4-FFF2-40B4-BE49-F238E27FC236}">
                <a16:creationId xmlns:a16="http://schemas.microsoft.com/office/drawing/2014/main" id="{16558330-714E-4DDF-BECD-C5E6398516D1}"/>
              </a:ext>
            </a:extLst>
          </p:cNvPr>
          <p:cNvPicPr>
            <a:picLocks noChangeAspect="1"/>
          </p:cNvPicPr>
          <p:nvPr/>
        </p:nvPicPr>
        <p:blipFill>
          <a:blip r:embed="rId2"/>
          <a:stretch>
            <a:fillRect/>
          </a:stretch>
        </p:blipFill>
        <p:spPr>
          <a:xfrm>
            <a:off x="535993" y="1476103"/>
            <a:ext cx="7754969" cy="4251331"/>
          </a:xfrm>
          <a:prstGeom prst="rect">
            <a:avLst/>
          </a:prstGeom>
        </p:spPr>
      </p:pic>
      <p:sp>
        <p:nvSpPr>
          <p:cNvPr id="9" name="TextBox 8">
            <a:extLst>
              <a:ext uri="{FF2B5EF4-FFF2-40B4-BE49-F238E27FC236}">
                <a16:creationId xmlns:a16="http://schemas.microsoft.com/office/drawing/2014/main" id="{EE8E1204-DB1A-458C-9C42-CA04B91B7093}"/>
              </a:ext>
            </a:extLst>
          </p:cNvPr>
          <p:cNvSpPr txBox="1"/>
          <p:nvPr/>
        </p:nvSpPr>
        <p:spPr>
          <a:xfrm>
            <a:off x="664402" y="926984"/>
            <a:ext cx="7815193" cy="400110"/>
          </a:xfrm>
          <a:prstGeom prst="rect">
            <a:avLst/>
          </a:prstGeom>
          <a:noFill/>
        </p:spPr>
        <p:txBody>
          <a:bodyPr wrap="square" rtlCol="0">
            <a:spAutoFit/>
          </a:bodyPr>
          <a:lstStyle/>
          <a:p>
            <a:r>
              <a:rPr lang="en-US" sz="2000">
                <a:solidFill>
                  <a:schemeClr val="accent1">
                    <a:lumMod val="50000"/>
                  </a:schemeClr>
                </a:solidFill>
                <a:latin typeface="Arial" panose="020B0604020202020204" pitchFamily="34" charset="0"/>
                <a:cs typeface="Arial" panose="020B0604020202020204" pitchFamily="34" charset="0"/>
              </a:rPr>
              <a:t>4.1: Mô phỏng trên MATLAB</a:t>
            </a:r>
          </a:p>
        </p:txBody>
      </p:sp>
    </p:spTree>
    <p:extLst>
      <p:ext uri="{BB962C8B-B14F-4D97-AF65-F5344CB8AC3E}">
        <p14:creationId xmlns:p14="http://schemas.microsoft.com/office/powerpoint/2010/main" val="24564765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3293114-F54B-48E6-BBF8-8E259396C781}"/>
              </a:ext>
            </a:extLst>
          </p:cNvPr>
          <p:cNvSpPr>
            <a:spLocks noGrp="1"/>
          </p:cNvSpPr>
          <p:nvPr>
            <p:ph type="subTitle" idx="1"/>
          </p:nvPr>
        </p:nvSpPr>
        <p:spPr>
          <a:xfrm>
            <a:off x="2413118" y="4674489"/>
            <a:ext cx="4109570" cy="349064"/>
          </a:xfrm>
        </p:spPr>
        <p:txBody>
          <a:bodyPr>
            <a:noAutofit/>
          </a:bodyPr>
          <a:lstStyle/>
          <a:p>
            <a:r>
              <a:rPr lang="en-US" sz="2000"/>
              <a:t>Bộ điều chỉnh PI rời rạc</a:t>
            </a:r>
          </a:p>
        </p:txBody>
      </p:sp>
      <p:sp>
        <p:nvSpPr>
          <p:cNvPr id="3" name="Text Placeholder 2">
            <a:extLst>
              <a:ext uri="{FF2B5EF4-FFF2-40B4-BE49-F238E27FC236}">
                <a16:creationId xmlns:a16="http://schemas.microsoft.com/office/drawing/2014/main" id="{3A950F95-6D51-44F6-8930-B092E64AA39A}"/>
              </a:ext>
            </a:extLst>
          </p:cNvPr>
          <p:cNvSpPr>
            <a:spLocks noGrp="1"/>
          </p:cNvSpPr>
          <p:nvPr>
            <p:ph type="body" sz="quarter" idx="12"/>
          </p:nvPr>
        </p:nvSpPr>
        <p:spPr/>
        <p:txBody>
          <a:bodyPr/>
          <a:lstStyle/>
          <a:p>
            <a:r>
              <a:rPr lang="en-US"/>
              <a:t>4</a:t>
            </a:r>
          </a:p>
        </p:txBody>
      </p:sp>
      <p:sp>
        <p:nvSpPr>
          <p:cNvPr id="4" name="Title 3">
            <a:extLst>
              <a:ext uri="{FF2B5EF4-FFF2-40B4-BE49-F238E27FC236}">
                <a16:creationId xmlns:a16="http://schemas.microsoft.com/office/drawing/2014/main" id="{5C11495D-8E3E-46CC-95BA-1248888E5B43}"/>
              </a:ext>
            </a:extLst>
          </p:cNvPr>
          <p:cNvSpPr>
            <a:spLocks noGrp="1"/>
          </p:cNvSpPr>
          <p:nvPr>
            <p:ph type="title"/>
          </p:nvPr>
        </p:nvSpPr>
        <p:spPr/>
        <p:txBody>
          <a:bodyPr/>
          <a:lstStyle/>
          <a:p>
            <a:r>
              <a:rPr lang="en-US"/>
              <a:t>Mô phỏng kiểm chứng</a:t>
            </a:r>
          </a:p>
        </p:txBody>
      </p:sp>
      <p:sp>
        <p:nvSpPr>
          <p:cNvPr id="5" name="Slide Number Placeholder 4">
            <a:extLst>
              <a:ext uri="{FF2B5EF4-FFF2-40B4-BE49-F238E27FC236}">
                <a16:creationId xmlns:a16="http://schemas.microsoft.com/office/drawing/2014/main" id="{BA477AA5-E418-4CD8-9354-FC1BE0D86AA1}"/>
              </a:ext>
            </a:extLst>
          </p:cNvPr>
          <p:cNvSpPr>
            <a:spLocks noGrp="1"/>
          </p:cNvSpPr>
          <p:nvPr>
            <p:ph type="sldNum" sz="quarter" idx="4"/>
          </p:nvPr>
        </p:nvSpPr>
        <p:spPr/>
        <p:txBody>
          <a:bodyPr/>
          <a:lstStyle/>
          <a:p>
            <a:fld id="{C4AED997-7CB6-4654-8505-4D4C6D081CC6}" type="slidenum">
              <a:rPr lang="en-US" smtClean="0"/>
              <a:pPr/>
              <a:t>32</a:t>
            </a:fld>
            <a:endParaRPr lang="en-US"/>
          </a:p>
        </p:txBody>
      </p:sp>
      <p:pic>
        <p:nvPicPr>
          <p:cNvPr id="6" name="Picture 5">
            <a:extLst>
              <a:ext uri="{FF2B5EF4-FFF2-40B4-BE49-F238E27FC236}">
                <a16:creationId xmlns:a16="http://schemas.microsoft.com/office/drawing/2014/main" id="{519492E0-BB08-4B7E-9F36-F0E2B3CC7C9C}"/>
              </a:ext>
            </a:extLst>
          </p:cNvPr>
          <p:cNvPicPr>
            <a:picLocks noChangeAspect="1"/>
          </p:cNvPicPr>
          <p:nvPr/>
        </p:nvPicPr>
        <p:blipFill>
          <a:blip r:embed="rId2"/>
          <a:stretch>
            <a:fillRect/>
          </a:stretch>
        </p:blipFill>
        <p:spPr>
          <a:xfrm>
            <a:off x="647151" y="1874097"/>
            <a:ext cx="7849695" cy="2333951"/>
          </a:xfrm>
          <a:prstGeom prst="rect">
            <a:avLst/>
          </a:prstGeom>
        </p:spPr>
      </p:pic>
      <p:sp>
        <p:nvSpPr>
          <p:cNvPr id="7" name="TextBox 6">
            <a:extLst>
              <a:ext uri="{FF2B5EF4-FFF2-40B4-BE49-F238E27FC236}">
                <a16:creationId xmlns:a16="http://schemas.microsoft.com/office/drawing/2014/main" id="{FD6488A5-0930-4D7F-803F-70F57846D748}"/>
              </a:ext>
            </a:extLst>
          </p:cNvPr>
          <p:cNvSpPr txBox="1"/>
          <p:nvPr/>
        </p:nvSpPr>
        <p:spPr>
          <a:xfrm>
            <a:off x="664402" y="926984"/>
            <a:ext cx="7815193" cy="400110"/>
          </a:xfrm>
          <a:prstGeom prst="rect">
            <a:avLst/>
          </a:prstGeom>
          <a:noFill/>
        </p:spPr>
        <p:txBody>
          <a:bodyPr wrap="square" rtlCol="0">
            <a:spAutoFit/>
          </a:bodyPr>
          <a:lstStyle/>
          <a:p>
            <a:r>
              <a:rPr lang="en-US" sz="2000">
                <a:solidFill>
                  <a:schemeClr val="accent1">
                    <a:lumMod val="50000"/>
                  </a:schemeClr>
                </a:solidFill>
                <a:latin typeface="Arial" panose="020B0604020202020204" pitchFamily="34" charset="0"/>
                <a:cs typeface="Arial" panose="020B0604020202020204" pitchFamily="34" charset="0"/>
              </a:rPr>
              <a:t>4.1: Mô phỏng trên MATLAB</a:t>
            </a:r>
          </a:p>
        </p:txBody>
      </p:sp>
    </p:spTree>
    <p:extLst>
      <p:ext uri="{BB962C8B-B14F-4D97-AF65-F5344CB8AC3E}">
        <p14:creationId xmlns:p14="http://schemas.microsoft.com/office/powerpoint/2010/main" val="38084093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3293114-F54B-48E6-BBF8-8E259396C781}"/>
              </a:ext>
            </a:extLst>
          </p:cNvPr>
          <p:cNvSpPr>
            <a:spLocks noGrp="1"/>
          </p:cNvSpPr>
          <p:nvPr>
            <p:ph type="subTitle" idx="1"/>
          </p:nvPr>
        </p:nvSpPr>
        <p:spPr>
          <a:xfrm>
            <a:off x="2517214" y="6073798"/>
            <a:ext cx="4109570" cy="349064"/>
          </a:xfrm>
        </p:spPr>
        <p:txBody>
          <a:bodyPr>
            <a:noAutofit/>
          </a:bodyPr>
          <a:lstStyle/>
          <a:p>
            <a:r>
              <a:rPr lang="en-US" sz="2000"/>
              <a:t>Bộ điều chỉnh dòng điện</a:t>
            </a:r>
          </a:p>
        </p:txBody>
      </p:sp>
      <p:sp>
        <p:nvSpPr>
          <p:cNvPr id="3" name="Text Placeholder 2">
            <a:extLst>
              <a:ext uri="{FF2B5EF4-FFF2-40B4-BE49-F238E27FC236}">
                <a16:creationId xmlns:a16="http://schemas.microsoft.com/office/drawing/2014/main" id="{3A950F95-6D51-44F6-8930-B092E64AA39A}"/>
              </a:ext>
            </a:extLst>
          </p:cNvPr>
          <p:cNvSpPr>
            <a:spLocks noGrp="1"/>
          </p:cNvSpPr>
          <p:nvPr>
            <p:ph type="body" sz="quarter" idx="12"/>
          </p:nvPr>
        </p:nvSpPr>
        <p:spPr/>
        <p:txBody>
          <a:bodyPr/>
          <a:lstStyle/>
          <a:p>
            <a:r>
              <a:rPr lang="en-US"/>
              <a:t>4</a:t>
            </a:r>
          </a:p>
        </p:txBody>
      </p:sp>
      <p:sp>
        <p:nvSpPr>
          <p:cNvPr id="4" name="Title 3">
            <a:extLst>
              <a:ext uri="{FF2B5EF4-FFF2-40B4-BE49-F238E27FC236}">
                <a16:creationId xmlns:a16="http://schemas.microsoft.com/office/drawing/2014/main" id="{5C11495D-8E3E-46CC-95BA-1248888E5B43}"/>
              </a:ext>
            </a:extLst>
          </p:cNvPr>
          <p:cNvSpPr>
            <a:spLocks noGrp="1"/>
          </p:cNvSpPr>
          <p:nvPr>
            <p:ph type="title"/>
          </p:nvPr>
        </p:nvSpPr>
        <p:spPr/>
        <p:txBody>
          <a:bodyPr/>
          <a:lstStyle/>
          <a:p>
            <a:r>
              <a:rPr lang="en-US"/>
              <a:t>Mô phỏng kiểm chứng</a:t>
            </a:r>
          </a:p>
        </p:txBody>
      </p:sp>
      <p:sp>
        <p:nvSpPr>
          <p:cNvPr id="5" name="Slide Number Placeholder 4">
            <a:extLst>
              <a:ext uri="{FF2B5EF4-FFF2-40B4-BE49-F238E27FC236}">
                <a16:creationId xmlns:a16="http://schemas.microsoft.com/office/drawing/2014/main" id="{BA477AA5-E418-4CD8-9354-FC1BE0D86AA1}"/>
              </a:ext>
            </a:extLst>
          </p:cNvPr>
          <p:cNvSpPr>
            <a:spLocks noGrp="1"/>
          </p:cNvSpPr>
          <p:nvPr>
            <p:ph type="sldNum" sz="quarter" idx="4"/>
          </p:nvPr>
        </p:nvSpPr>
        <p:spPr/>
        <p:txBody>
          <a:bodyPr/>
          <a:lstStyle/>
          <a:p>
            <a:fld id="{C4AED997-7CB6-4654-8505-4D4C6D081CC6}" type="slidenum">
              <a:rPr lang="en-US" smtClean="0"/>
              <a:pPr/>
              <a:t>33</a:t>
            </a:fld>
            <a:endParaRPr lang="en-US"/>
          </a:p>
        </p:txBody>
      </p:sp>
      <p:sp>
        <p:nvSpPr>
          <p:cNvPr id="7" name="TextBox 6">
            <a:extLst>
              <a:ext uri="{FF2B5EF4-FFF2-40B4-BE49-F238E27FC236}">
                <a16:creationId xmlns:a16="http://schemas.microsoft.com/office/drawing/2014/main" id="{F2C80C2F-27C3-407B-BC8B-73DA6D1FDA42}"/>
              </a:ext>
            </a:extLst>
          </p:cNvPr>
          <p:cNvSpPr txBox="1"/>
          <p:nvPr/>
        </p:nvSpPr>
        <p:spPr>
          <a:xfrm>
            <a:off x="664402" y="926984"/>
            <a:ext cx="7815193" cy="400110"/>
          </a:xfrm>
          <a:prstGeom prst="rect">
            <a:avLst/>
          </a:prstGeom>
          <a:noFill/>
        </p:spPr>
        <p:txBody>
          <a:bodyPr wrap="square" rtlCol="0">
            <a:spAutoFit/>
          </a:bodyPr>
          <a:lstStyle/>
          <a:p>
            <a:r>
              <a:rPr lang="en-US" sz="2000">
                <a:solidFill>
                  <a:schemeClr val="accent1">
                    <a:lumMod val="50000"/>
                  </a:schemeClr>
                </a:solidFill>
                <a:latin typeface="Arial" panose="020B0604020202020204" pitchFamily="34" charset="0"/>
                <a:cs typeface="Arial" panose="020B0604020202020204" pitchFamily="34" charset="0"/>
              </a:rPr>
              <a:t>4.1: Mô phỏng trên MATLAB</a:t>
            </a:r>
          </a:p>
        </p:txBody>
      </p:sp>
      <p:pic>
        <p:nvPicPr>
          <p:cNvPr id="6" name="Picture 5">
            <a:extLst>
              <a:ext uri="{FF2B5EF4-FFF2-40B4-BE49-F238E27FC236}">
                <a16:creationId xmlns:a16="http://schemas.microsoft.com/office/drawing/2014/main" id="{75CB2FC2-736C-487A-A3F1-067E470AD067}"/>
              </a:ext>
            </a:extLst>
          </p:cNvPr>
          <p:cNvPicPr>
            <a:picLocks noChangeAspect="1"/>
          </p:cNvPicPr>
          <p:nvPr/>
        </p:nvPicPr>
        <p:blipFill>
          <a:blip r:embed="rId2"/>
          <a:stretch>
            <a:fillRect/>
          </a:stretch>
        </p:blipFill>
        <p:spPr>
          <a:xfrm>
            <a:off x="947030" y="1463167"/>
            <a:ext cx="6582694" cy="4467849"/>
          </a:xfrm>
          <a:prstGeom prst="rect">
            <a:avLst/>
          </a:prstGeom>
        </p:spPr>
      </p:pic>
    </p:spTree>
    <p:extLst>
      <p:ext uri="{BB962C8B-B14F-4D97-AF65-F5344CB8AC3E}">
        <p14:creationId xmlns:p14="http://schemas.microsoft.com/office/powerpoint/2010/main" val="32399259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4B9F42D-7595-4D6F-B9B3-97B7F9808632}"/>
              </a:ext>
            </a:extLst>
          </p:cNvPr>
          <p:cNvSpPr>
            <a:spLocks noGrp="1"/>
          </p:cNvSpPr>
          <p:nvPr>
            <p:ph type="body" sz="quarter" idx="12"/>
          </p:nvPr>
        </p:nvSpPr>
        <p:spPr/>
        <p:txBody>
          <a:bodyPr/>
          <a:lstStyle/>
          <a:p>
            <a:r>
              <a:rPr lang="en-US"/>
              <a:t>4</a:t>
            </a:r>
          </a:p>
        </p:txBody>
      </p:sp>
      <p:sp>
        <p:nvSpPr>
          <p:cNvPr id="4" name="Title 3">
            <a:extLst>
              <a:ext uri="{FF2B5EF4-FFF2-40B4-BE49-F238E27FC236}">
                <a16:creationId xmlns:a16="http://schemas.microsoft.com/office/drawing/2014/main" id="{A2455DAD-2889-44D2-AA8D-2029B61AD166}"/>
              </a:ext>
            </a:extLst>
          </p:cNvPr>
          <p:cNvSpPr>
            <a:spLocks noGrp="1"/>
          </p:cNvSpPr>
          <p:nvPr>
            <p:ph type="title"/>
          </p:nvPr>
        </p:nvSpPr>
        <p:spPr/>
        <p:txBody>
          <a:bodyPr/>
          <a:lstStyle/>
          <a:p>
            <a:r>
              <a:rPr lang="en-US"/>
              <a:t>Mô phỏng kiểm chứng</a:t>
            </a:r>
          </a:p>
        </p:txBody>
      </p:sp>
      <p:sp>
        <p:nvSpPr>
          <p:cNvPr id="5" name="Slide Number Placeholder 4">
            <a:extLst>
              <a:ext uri="{FF2B5EF4-FFF2-40B4-BE49-F238E27FC236}">
                <a16:creationId xmlns:a16="http://schemas.microsoft.com/office/drawing/2014/main" id="{93AA8D95-F86E-4C6A-8FD4-7B7B77EC780B}"/>
              </a:ext>
            </a:extLst>
          </p:cNvPr>
          <p:cNvSpPr>
            <a:spLocks noGrp="1"/>
          </p:cNvSpPr>
          <p:nvPr>
            <p:ph type="sldNum" sz="quarter" idx="4"/>
          </p:nvPr>
        </p:nvSpPr>
        <p:spPr/>
        <p:txBody>
          <a:bodyPr/>
          <a:lstStyle/>
          <a:p>
            <a:fld id="{C4AED997-7CB6-4654-8505-4D4C6D081CC6}" type="slidenum">
              <a:rPr lang="en-US" smtClean="0"/>
              <a:pPr/>
              <a:t>34</a:t>
            </a:fld>
            <a:endParaRPr lang="en-US"/>
          </a:p>
        </p:txBody>
      </p:sp>
      <p:sp>
        <p:nvSpPr>
          <p:cNvPr id="10" name="TextBox 9">
            <a:extLst>
              <a:ext uri="{FF2B5EF4-FFF2-40B4-BE49-F238E27FC236}">
                <a16:creationId xmlns:a16="http://schemas.microsoft.com/office/drawing/2014/main" id="{A2B94A8D-0A88-4034-AD32-F85D12288D35}"/>
              </a:ext>
            </a:extLst>
          </p:cNvPr>
          <p:cNvSpPr txBox="1"/>
          <p:nvPr/>
        </p:nvSpPr>
        <p:spPr>
          <a:xfrm>
            <a:off x="771546" y="1550015"/>
            <a:ext cx="7938655" cy="707886"/>
          </a:xfrm>
          <a:prstGeom prst="rect">
            <a:avLst/>
          </a:prstGeom>
          <a:noFill/>
        </p:spPr>
        <p:txBody>
          <a:bodyPr wrap="square" rtlCol="0">
            <a:spAutoFit/>
          </a:bodyPr>
          <a:lstStyle/>
          <a:p>
            <a:pPr marL="342900" indent="-342900">
              <a:buFont typeface="Wingdings" panose="05000000000000000000" pitchFamily="2" charset="2"/>
              <a:buChar char="v"/>
            </a:pPr>
            <a:r>
              <a:rPr lang="en-US" sz="2000">
                <a:solidFill>
                  <a:schemeClr val="accent1">
                    <a:lumMod val="50000"/>
                  </a:schemeClr>
                </a:solidFill>
                <a:latin typeface="Arial" panose="020B0604020202020204" pitchFamily="34" charset="0"/>
                <a:cs typeface="Arial" panose="020B0604020202020204" pitchFamily="34" charset="0"/>
              </a:rPr>
              <a:t>Đồ thị tốc độ quay của rotor</a:t>
            </a:r>
          </a:p>
          <a:p>
            <a:pPr marL="800100" lvl="1" indent="-342900">
              <a:buFont typeface="Arial" panose="020B0604020202020204" pitchFamily="34" charset="0"/>
              <a:buChar char="•"/>
            </a:pPr>
            <a:r>
              <a:rPr lang="en-US" sz="2000">
                <a:solidFill>
                  <a:schemeClr val="accent1">
                    <a:lumMod val="50000"/>
                  </a:schemeClr>
                </a:solidFill>
                <a:latin typeface="Arial" panose="020B0604020202020204" pitchFamily="34" charset="0"/>
                <a:cs typeface="Arial" panose="020B0604020202020204" pitchFamily="34" charset="0"/>
              </a:rPr>
              <a:t>Tải thay đổi từ 50Nm sang -50Nm tại t=0.7s</a:t>
            </a:r>
          </a:p>
        </p:txBody>
      </p:sp>
      <p:sp>
        <p:nvSpPr>
          <p:cNvPr id="9" name="TextBox 8">
            <a:extLst>
              <a:ext uri="{FF2B5EF4-FFF2-40B4-BE49-F238E27FC236}">
                <a16:creationId xmlns:a16="http://schemas.microsoft.com/office/drawing/2014/main" id="{CEA03AAC-9784-4834-8B36-CE50AF8CD5CA}"/>
              </a:ext>
            </a:extLst>
          </p:cNvPr>
          <p:cNvSpPr txBox="1"/>
          <p:nvPr/>
        </p:nvSpPr>
        <p:spPr>
          <a:xfrm>
            <a:off x="714403" y="5261589"/>
            <a:ext cx="7938655" cy="1323439"/>
          </a:xfrm>
          <a:prstGeom prst="rect">
            <a:avLst/>
          </a:prstGeom>
          <a:noFill/>
        </p:spPr>
        <p:txBody>
          <a:bodyPr wrap="square" rtlCol="0">
            <a:spAutoFit/>
          </a:bodyPr>
          <a:lstStyle/>
          <a:p>
            <a:pPr marL="342900" indent="-342900">
              <a:buFont typeface="Wingdings" panose="05000000000000000000" pitchFamily="2" charset="2"/>
              <a:buChar char="v"/>
            </a:pPr>
            <a:r>
              <a:rPr lang="en-US" sz="2000">
                <a:solidFill>
                  <a:schemeClr val="accent1">
                    <a:lumMod val="50000"/>
                  </a:schemeClr>
                </a:solidFill>
                <a:latin typeface="Arial" panose="020B0604020202020204" pitchFamily="34" charset="0"/>
                <a:cs typeface="Arial" panose="020B0604020202020204" pitchFamily="34" charset="0"/>
              </a:rPr>
              <a:t>Nhận xét</a:t>
            </a:r>
          </a:p>
          <a:p>
            <a:pPr marL="800100" lvl="1" indent="-342900">
              <a:buFont typeface="Wingdings" panose="05000000000000000000" pitchFamily="2" charset="2"/>
              <a:buChar char="Ø"/>
            </a:pPr>
            <a:r>
              <a:rPr lang="en-US" sz="2000">
                <a:solidFill>
                  <a:schemeClr val="accent1">
                    <a:lumMod val="50000"/>
                  </a:schemeClr>
                </a:solidFill>
                <a:latin typeface="Arial" panose="020B0604020202020204" pitchFamily="34" charset="0"/>
                <a:cs typeface="Arial" panose="020B0604020202020204" pitchFamily="34" charset="0"/>
              </a:rPr>
              <a:t>Tốc độ quay của rotor bám theo giá trị đặt</a:t>
            </a:r>
          </a:p>
          <a:p>
            <a:pPr marL="800100" lvl="1" indent="-342900">
              <a:buFont typeface="Wingdings" panose="05000000000000000000" pitchFamily="2" charset="2"/>
              <a:buChar char="Ø"/>
            </a:pPr>
            <a:r>
              <a:rPr lang="en-US" sz="2000">
                <a:solidFill>
                  <a:schemeClr val="accent1">
                    <a:lumMod val="50000"/>
                  </a:schemeClr>
                </a:solidFill>
                <a:latin typeface="Arial" panose="020B0604020202020204" pitchFamily="34" charset="0"/>
                <a:cs typeface="Arial" panose="020B0604020202020204" pitchFamily="34" charset="0"/>
              </a:rPr>
              <a:t>Thời gian quá độ là 0.08 giây</a:t>
            </a:r>
          </a:p>
          <a:p>
            <a:pPr marL="800100" lvl="1" indent="-342900">
              <a:buFont typeface="Wingdings" panose="05000000000000000000" pitchFamily="2" charset="2"/>
              <a:buChar char="Ø"/>
            </a:pPr>
            <a:r>
              <a:rPr lang="en-US" sz="2000">
                <a:solidFill>
                  <a:schemeClr val="accent1">
                    <a:lumMod val="50000"/>
                  </a:schemeClr>
                </a:solidFill>
                <a:latin typeface="Arial" panose="020B0604020202020204" pitchFamily="34" charset="0"/>
                <a:cs typeface="Arial" panose="020B0604020202020204" pitchFamily="34" charset="0"/>
              </a:rPr>
              <a:t>Độ quá điều chỉnh 1,5%</a:t>
            </a:r>
          </a:p>
        </p:txBody>
      </p:sp>
      <p:sp>
        <p:nvSpPr>
          <p:cNvPr id="8" name="TextBox 7">
            <a:extLst>
              <a:ext uri="{FF2B5EF4-FFF2-40B4-BE49-F238E27FC236}">
                <a16:creationId xmlns:a16="http://schemas.microsoft.com/office/drawing/2014/main" id="{0E2BF944-0B61-44B0-9D22-AEF86B98DAF9}"/>
              </a:ext>
            </a:extLst>
          </p:cNvPr>
          <p:cNvSpPr txBox="1"/>
          <p:nvPr/>
        </p:nvSpPr>
        <p:spPr>
          <a:xfrm>
            <a:off x="664402" y="926984"/>
            <a:ext cx="7815193" cy="400110"/>
          </a:xfrm>
          <a:prstGeom prst="rect">
            <a:avLst/>
          </a:prstGeom>
          <a:noFill/>
        </p:spPr>
        <p:txBody>
          <a:bodyPr wrap="square" rtlCol="0">
            <a:spAutoFit/>
          </a:bodyPr>
          <a:lstStyle/>
          <a:p>
            <a:r>
              <a:rPr lang="en-US" sz="2000">
                <a:solidFill>
                  <a:schemeClr val="accent1">
                    <a:lumMod val="50000"/>
                  </a:schemeClr>
                </a:solidFill>
                <a:latin typeface="Arial" panose="020B0604020202020204" pitchFamily="34" charset="0"/>
                <a:cs typeface="Arial" panose="020B0604020202020204" pitchFamily="34" charset="0"/>
              </a:rPr>
              <a:t>4.1: Mô phỏng trên MATLAB</a:t>
            </a:r>
          </a:p>
        </p:txBody>
      </p:sp>
      <p:pic>
        <p:nvPicPr>
          <p:cNvPr id="6" name="Picture 5">
            <a:extLst>
              <a:ext uri="{FF2B5EF4-FFF2-40B4-BE49-F238E27FC236}">
                <a16:creationId xmlns:a16="http://schemas.microsoft.com/office/drawing/2014/main" id="{37CB55CC-89D2-4CF1-99AA-4115CFB94605}"/>
              </a:ext>
            </a:extLst>
          </p:cNvPr>
          <p:cNvPicPr>
            <a:picLocks noChangeAspect="1"/>
          </p:cNvPicPr>
          <p:nvPr/>
        </p:nvPicPr>
        <p:blipFill>
          <a:blip r:embed="rId2"/>
          <a:stretch>
            <a:fillRect/>
          </a:stretch>
        </p:blipFill>
        <p:spPr>
          <a:xfrm>
            <a:off x="0" y="1989790"/>
            <a:ext cx="9144000" cy="3271799"/>
          </a:xfrm>
          <a:prstGeom prst="rect">
            <a:avLst/>
          </a:prstGeom>
        </p:spPr>
      </p:pic>
    </p:spTree>
    <p:extLst>
      <p:ext uri="{BB962C8B-B14F-4D97-AF65-F5344CB8AC3E}">
        <p14:creationId xmlns:p14="http://schemas.microsoft.com/office/powerpoint/2010/main" val="10981214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642520" y="1604978"/>
            <a:ext cx="7432829" cy="556320"/>
          </a:xfrm>
        </p:spPr>
        <p:txBody>
          <a:bodyPr>
            <a:normAutofit/>
          </a:bodyPr>
          <a:lstStyle/>
          <a:p>
            <a:pPr marL="342900" indent="-342900" algn="l">
              <a:buFont typeface="Wingdings" panose="05000000000000000000" pitchFamily="2" charset="2"/>
              <a:buChar char="v"/>
            </a:pPr>
            <a:r>
              <a:rPr lang="en-US" sz="2000"/>
              <a:t>Đồ thị dòng điện stator</a:t>
            </a:r>
          </a:p>
        </p:txBody>
      </p:sp>
      <p:sp>
        <p:nvSpPr>
          <p:cNvPr id="3" name="Text Placeholder 2"/>
          <p:cNvSpPr>
            <a:spLocks noGrp="1"/>
          </p:cNvSpPr>
          <p:nvPr>
            <p:ph type="body" sz="quarter" idx="12"/>
          </p:nvPr>
        </p:nvSpPr>
        <p:spPr/>
        <p:txBody>
          <a:bodyPr vert="horz" lIns="91440" tIns="45720" rIns="91440" bIns="45720" rtlCol="0" anchor="t">
            <a:noAutofit/>
          </a:bodyPr>
          <a:lstStyle/>
          <a:p>
            <a:r>
              <a:rPr lang="en-US"/>
              <a:t>4</a:t>
            </a:r>
          </a:p>
        </p:txBody>
      </p:sp>
      <p:sp>
        <p:nvSpPr>
          <p:cNvPr id="4" name="Title 3"/>
          <p:cNvSpPr>
            <a:spLocks noGrp="1"/>
          </p:cNvSpPr>
          <p:nvPr>
            <p:ph type="title"/>
          </p:nvPr>
        </p:nvSpPr>
        <p:spPr/>
        <p:txBody>
          <a:bodyPr/>
          <a:lstStyle/>
          <a:p>
            <a:r>
              <a:rPr lang="en-US">
                <a:latin typeface="Arial"/>
                <a:cs typeface="Arial"/>
              </a:rPr>
              <a:t>Mô phỏng kiểm chứng</a:t>
            </a:r>
            <a:endParaRPr lang="en-US" err="1"/>
          </a:p>
        </p:txBody>
      </p:sp>
      <p:sp>
        <p:nvSpPr>
          <p:cNvPr id="5" name="Slide Number Placeholder 4"/>
          <p:cNvSpPr>
            <a:spLocks noGrp="1"/>
          </p:cNvSpPr>
          <p:nvPr>
            <p:ph type="sldNum" sz="quarter" idx="4"/>
          </p:nvPr>
        </p:nvSpPr>
        <p:spPr/>
        <p:txBody>
          <a:bodyPr/>
          <a:lstStyle/>
          <a:p>
            <a:fld id="{C4AED997-7CB6-4654-8505-4D4C6D081CC6}" type="slidenum">
              <a:rPr lang="en-US" smtClean="0"/>
              <a:pPr/>
              <a:t>35</a:t>
            </a:fld>
            <a:endParaRPr lang="en-US"/>
          </a:p>
        </p:txBody>
      </p:sp>
      <p:sp>
        <p:nvSpPr>
          <p:cNvPr id="7" name="Subtitle 1">
            <a:extLst>
              <a:ext uri="{FF2B5EF4-FFF2-40B4-BE49-F238E27FC236}">
                <a16:creationId xmlns:a16="http://schemas.microsoft.com/office/drawing/2014/main" id="{840A1B7B-1057-4AD4-B498-B43A15F80F8D}"/>
              </a:ext>
            </a:extLst>
          </p:cNvPr>
          <p:cNvSpPr txBox="1">
            <a:spLocks/>
          </p:cNvSpPr>
          <p:nvPr/>
        </p:nvSpPr>
        <p:spPr>
          <a:xfrm>
            <a:off x="642520" y="5078577"/>
            <a:ext cx="7432829" cy="17794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accent1">
                    <a:lumMod val="50000"/>
                  </a:schemeClr>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accent1">
                    <a:lumMod val="50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accent1">
                    <a:lumMod val="50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accent1">
                    <a:lumMod val="50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accent1">
                    <a:lumMod val="50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US" sz="2000"/>
              <a:t>Nhận xét</a:t>
            </a:r>
          </a:p>
          <a:p>
            <a:pPr marL="800100" lvl="1" indent="-342900" algn="l">
              <a:buFont typeface="Wingdings" panose="05000000000000000000" pitchFamily="2" charset="2"/>
              <a:buChar char="Ø"/>
            </a:pPr>
            <a:r>
              <a:rPr lang="en-US"/>
              <a:t>Dòng điện Stator có dạng sin khi xác lập</a:t>
            </a:r>
          </a:p>
          <a:p>
            <a:pPr marL="800100" lvl="1" indent="-342900" algn="l">
              <a:buFont typeface="Wingdings" panose="05000000000000000000" pitchFamily="2" charset="2"/>
              <a:buChar char="Ø"/>
            </a:pPr>
            <a:r>
              <a:rPr lang="en-US"/>
              <a:t>Dòng điện lớn nhất khi khởi động là 31.25A gấp 2.8 lần dòng điện khi động cơ chạy ổn định</a:t>
            </a:r>
          </a:p>
        </p:txBody>
      </p:sp>
      <p:sp>
        <p:nvSpPr>
          <p:cNvPr id="8" name="TextBox 7">
            <a:extLst>
              <a:ext uri="{FF2B5EF4-FFF2-40B4-BE49-F238E27FC236}">
                <a16:creationId xmlns:a16="http://schemas.microsoft.com/office/drawing/2014/main" id="{2F6406A3-7A9E-49F9-ACF5-1671AF526012}"/>
              </a:ext>
            </a:extLst>
          </p:cNvPr>
          <p:cNvSpPr txBox="1"/>
          <p:nvPr/>
        </p:nvSpPr>
        <p:spPr>
          <a:xfrm>
            <a:off x="664402" y="926984"/>
            <a:ext cx="7815193" cy="400110"/>
          </a:xfrm>
          <a:prstGeom prst="rect">
            <a:avLst/>
          </a:prstGeom>
          <a:noFill/>
        </p:spPr>
        <p:txBody>
          <a:bodyPr wrap="square" rtlCol="0">
            <a:spAutoFit/>
          </a:bodyPr>
          <a:lstStyle/>
          <a:p>
            <a:r>
              <a:rPr lang="en-US" sz="2000">
                <a:solidFill>
                  <a:schemeClr val="accent1">
                    <a:lumMod val="50000"/>
                  </a:schemeClr>
                </a:solidFill>
                <a:latin typeface="Arial" panose="020B0604020202020204" pitchFamily="34" charset="0"/>
                <a:cs typeface="Arial" panose="020B0604020202020204" pitchFamily="34" charset="0"/>
              </a:rPr>
              <a:t>4.1: Mô phỏng trên MATLAB</a:t>
            </a:r>
          </a:p>
        </p:txBody>
      </p:sp>
      <p:pic>
        <p:nvPicPr>
          <p:cNvPr id="10" name="Picture 9">
            <a:extLst>
              <a:ext uri="{FF2B5EF4-FFF2-40B4-BE49-F238E27FC236}">
                <a16:creationId xmlns:a16="http://schemas.microsoft.com/office/drawing/2014/main" id="{636AA48A-59D5-4EA9-9832-453AE3FA183E}"/>
              </a:ext>
            </a:extLst>
          </p:cNvPr>
          <p:cNvPicPr>
            <a:picLocks noChangeAspect="1"/>
          </p:cNvPicPr>
          <p:nvPr/>
        </p:nvPicPr>
        <p:blipFill>
          <a:blip r:embed="rId2"/>
          <a:stretch>
            <a:fillRect/>
          </a:stretch>
        </p:blipFill>
        <p:spPr>
          <a:xfrm>
            <a:off x="-2" y="1817510"/>
            <a:ext cx="9144000" cy="3435512"/>
          </a:xfrm>
          <a:prstGeom prst="rect">
            <a:avLst/>
          </a:prstGeom>
        </p:spPr>
      </p:pic>
    </p:spTree>
    <p:extLst>
      <p:ext uri="{BB962C8B-B14F-4D97-AF65-F5344CB8AC3E}">
        <p14:creationId xmlns:p14="http://schemas.microsoft.com/office/powerpoint/2010/main" val="28425275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855585" y="1557889"/>
            <a:ext cx="7432829" cy="556320"/>
          </a:xfrm>
        </p:spPr>
        <p:txBody>
          <a:bodyPr>
            <a:normAutofit/>
          </a:bodyPr>
          <a:lstStyle/>
          <a:p>
            <a:pPr marL="342900" indent="-342900" algn="l">
              <a:buFont typeface="Wingdings" panose="05000000000000000000" pitchFamily="2" charset="2"/>
              <a:buChar char="v"/>
            </a:pPr>
            <a:r>
              <a:rPr lang="en-US" sz="2000"/>
              <a:t>Đồ thị từ thông rotor</a:t>
            </a:r>
          </a:p>
        </p:txBody>
      </p:sp>
      <p:sp>
        <p:nvSpPr>
          <p:cNvPr id="3" name="Text Placeholder 2"/>
          <p:cNvSpPr>
            <a:spLocks noGrp="1"/>
          </p:cNvSpPr>
          <p:nvPr>
            <p:ph type="body" sz="quarter" idx="12"/>
          </p:nvPr>
        </p:nvSpPr>
        <p:spPr/>
        <p:txBody>
          <a:bodyPr vert="horz" lIns="91440" tIns="45720" rIns="91440" bIns="45720" rtlCol="0" anchor="t">
            <a:noAutofit/>
          </a:bodyPr>
          <a:lstStyle/>
          <a:p>
            <a:r>
              <a:rPr lang="en-US"/>
              <a:t>4</a:t>
            </a:r>
          </a:p>
        </p:txBody>
      </p:sp>
      <p:sp>
        <p:nvSpPr>
          <p:cNvPr id="4" name="Title 3"/>
          <p:cNvSpPr>
            <a:spLocks noGrp="1"/>
          </p:cNvSpPr>
          <p:nvPr>
            <p:ph type="title"/>
          </p:nvPr>
        </p:nvSpPr>
        <p:spPr/>
        <p:txBody>
          <a:bodyPr/>
          <a:lstStyle/>
          <a:p>
            <a:r>
              <a:rPr lang="en-US">
                <a:latin typeface="Arial"/>
                <a:cs typeface="Arial"/>
              </a:rPr>
              <a:t>Mô phỏng kiểm chứng</a:t>
            </a:r>
            <a:endParaRPr lang="en-US" err="1"/>
          </a:p>
        </p:txBody>
      </p:sp>
      <p:sp>
        <p:nvSpPr>
          <p:cNvPr id="5" name="Slide Number Placeholder 4"/>
          <p:cNvSpPr>
            <a:spLocks noGrp="1"/>
          </p:cNvSpPr>
          <p:nvPr>
            <p:ph type="sldNum" sz="quarter" idx="4"/>
          </p:nvPr>
        </p:nvSpPr>
        <p:spPr/>
        <p:txBody>
          <a:bodyPr/>
          <a:lstStyle/>
          <a:p>
            <a:fld id="{C4AED997-7CB6-4654-8505-4D4C6D081CC6}" type="slidenum">
              <a:rPr lang="en-US" smtClean="0"/>
              <a:pPr/>
              <a:t>36</a:t>
            </a:fld>
            <a:endParaRPr lang="en-US"/>
          </a:p>
        </p:txBody>
      </p:sp>
      <p:sp>
        <p:nvSpPr>
          <p:cNvPr id="7" name="Subtitle 1">
            <a:extLst>
              <a:ext uri="{FF2B5EF4-FFF2-40B4-BE49-F238E27FC236}">
                <a16:creationId xmlns:a16="http://schemas.microsoft.com/office/drawing/2014/main" id="{840A1B7B-1057-4AD4-B498-B43A15F80F8D}"/>
              </a:ext>
            </a:extLst>
          </p:cNvPr>
          <p:cNvSpPr txBox="1">
            <a:spLocks/>
          </p:cNvSpPr>
          <p:nvPr/>
        </p:nvSpPr>
        <p:spPr>
          <a:xfrm>
            <a:off x="722419" y="5125501"/>
            <a:ext cx="7432829" cy="17794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accent1">
                    <a:lumMod val="50000"/>
                  </a:schemeClr>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accent1">
                    <a:lumMod val="50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accent1">
                    <a:lumMod val="50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accent1">
                    <a:lumMod val="50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accent1">
                    <a:lumMod val="50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US" sz="2000"/>
              <a:t>Nhận xét</a:t>
            </a:r>
          </a:p>
          <a:p>
            <a:pPr marL="800100" lvl="1" indent="-342900" algn="l">
              <a:buFont typeface="Wingdings" panose="05000000000000000000" pitchFamily="2" charset="2"/>
              <a:buChar char="Ø"/>
            </a:pPr>
            <a:r>
              <a:rPr lang="en-US"/>
              <a:t>Từ thông rotor bám theo giá trị đặt</a:t>
            </a:r>
          </a:p>
          <a:p>
            <a:pPr marL="800100" lvl="1" indent="-342900" algn="l">
              <a:buFont typeface="Wingdings" panose="05000000000000000000" pitchFamily="2" charset="2"/>
              <a:buChar char="Ø"/>
            </a:pPr>
            <a:r>
              <a:rPr lang="en-US"/>
              <a:t>Thời gian quá độ là 0.3 giây</a:t>
            </a:r>
          </a:p>
        </p:txBody>
      </p:sp>
      <p:sp>
        <p:nvSpPr>
          <p:cNvPr id="9" name="TextBox 8">
            <a:extLst>
              <a:ext uri="{FF2B5EF4-FFF2-40B4-BE49-F238E27FC236}">
                <a16:creationId xmlns:a16="http://schemas.microsoft.com/office/drawing/2014/main" id="{35B1EA7C-22E2-4C21-8512-55E510B734DB}"/>
              </a:ext>
            </a:extLst>
          </p:cNvPr>
          <p:cNvSpPr txBox="1"/>
          <p:nvPr/>
        </p:nvSpPr>
        <p:spPr>
          <a:xfrm>
            <a:off x="664402" y="926984"/>
            <a:ext cx="7815193" cy="400110"/>
          </a:xfrm>
          <a:prstGeom prst="rect">
            <a:avLst/>
          </a:prstGeom>
          <a:noFill/>
        </p:spPr>
        <p:txBody>
          <a:bodyPr wrap="square" rtlCol="0">
            <a:spAutoFit/>
          </a:bodyPr>
          <a:lstStyle/>
          <a:p>
            <a:r>
              <a:rPr lang="en-US" sz="2000">
                <a:solidFill>
                  <a:schemeClr val="accent1">
                    <a:lumMod val="50000"/>
                  </a:schemeClr>
                </a:solidFill>
                <a:latin typeface="Arial" panose="020B0604020202020204" pitchFamily="34" charset="0"/>
                <a:cs typeface="Arial" panose="020B0604020202020204" pitchFamily="34" charset="0"/>
              </a:rPr>
              <a:t>4.1: Mô phỏng trên MATLAB</a:t>
            </a:r>
          </a:p>
        </p:txBody>
      </p:sp>
      <p:pic>
        <p:nvPicPr>
          <p:cNvPr id="10" name="Picture 9">
            <a:extLst>
              <a:ext uri="{FF2B5EF4-FFF2-40B4-BE49-F238E27FC236}">
                <a16:creationId xmlns:a16="http://schemas.microsoft.com/office/drawing/2014/main" id="{5C5022F7-93FD-48FB-9916-404AB724B1A4}"/>
              </a:ext>
            </a:extLst>
          </p:cNvPr>
          <p:cNvPicPr>
            <a:picLocks noChangeAspect="1"/>
          </p:cNvPicPr>
          <p:nvPr/>
        </p:nvPicPr>
        <p:blipFill>
          <a:blip r:embed="rId2"/>
          <a:stretch>
            <a:fillRect/>
          </a:stretch>
        </p:blipFill>
        <p:spPr>
          <a:xfrm>
            <a:off x="163803" y="2114210"/>
            <a:ext cx="8816389" cy="3011292"/>
          </a:xfrm>
          <a:prstGeom prst="rect">
            <a:avLst/>
          </a:prstGeom>
        </p:spPr>
      </p:pic>
    </p:spTree>
    <p:extLst>
      <p:ext uri="{BB962C8B-B14F-4D97-AF65-F5344CB8AC3E}">
        <p14:creationId xmlns:p14="http://schemas.microsoft.com/office/powerpoint/2010/main" val="41145782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14601717-64A9-4572-A8C1-891A23429C44}"/>
              </a:ext>
            </a:extLst>
          </p:cNvPr>
          <p:cNvSpPr>
            <a:spLocks noGrp="1"/>
          </p:cNvSpPr>
          <p:nvPr>
            <p:ph type="subTitle" idx="1"/>
          </p:nvPr>
        </p:nvSpPr>
        <p:spPr/>
        <p:txBody>
          <a:bodyPr>
            <a:normAutofit/>
          </a:bodyPr>
          <a:lstStyle/>
          <a:p>
            <a:pPr marL="342900" indent="-342900" algn="l">
              <a:buFont typeface="Wingdings" panose="05000000000000000000" pitchFamily="2" charset="2"/>
              <a:buChar char="Ø"/>
            </a:pPr>
            <a:r>
              <a:rPr lang="en-US" sz="2000"/>
              <a:t>Sách: Điều khiển Vector truyền động điện xoay chiều ba pha (Tác giả: Nguyễn Phùng Quang, Nhà xuất bản Bách Khoa Hà Nội) </a:t>
            </a:r>
          </a:p>
          <a:p>
            <a:pPr marL="342900" indent="-342900" algn="l">
              <a:buFont typeface="Wingdings" panose="05000000000000000000" pitchFamily="2" charset="2"/>
              <a:buChar char="Ø"/>
            </a:pPr>
            <a:r>
              <a:rPr lang="en-US" sz="2000"/>
              <a:t>Cơ sở truyền động điện (Tác giả: Bùi Quốc Khánh, Nguyễn Văn Liễn, Nhà xuất bản Khoa học và kỹ thuật)</a:t>
            </a:r>
          </a:p>
          <a:p>
            <a:pPr marL="342900" indent="-342900" algn="l">
              <a:buFont typeface="Wingdings" panose="05000000000000000000" pitchFamily="2" charset="2"/>
              <a:buChar char="Ø"/>
            </a:pPr>
            <a:r>
              <a:rPr lang="en-US" sz="2000"/>
              <a:t>Giáo trình điện tử công suất (Tác giả: Trần Trọng Minh, Nhà xuất bản giáo dục)</a:t>
            </a:r>
          </a:p>
          <a:p>
            <a:pPr marL="344488" indent="-344488" algn="l">
              <a:buFont typeface="Wingdings" panose="05000000000000000000" pitchFamily="2" charset="2"/>
              <a:buChar char="Ø"/>
            </a:pPr>
            <a:r>
              <a:rPr lang="en-US" sz="2000"/>
              <a:t>FPGA Realization of a High-performance Servo Controller for PMSM - Zhaoyong Zhou and Tiecai Li, Toshio Takahashi and Eddy Ho</a:t>
            </a:r>
          </a:p>
          <a:p>
            <a:pPr marL="344488" indent="-344488" algn="l">
              <a:buFont typeface="Wingdings" panose="05000000000000000000" pitchFamily="2" charset="2"/>
              <a:buChar char="Ø"/>
            </a:pPr>
            <a:r>
              <a:rPr lang="en-US" sz="2000"/>
              <a:t>FPGAs Enable Energy-Efficient Motor Control in Next Generation Smart Home Appliances – Altera Corporation</a:t>
            </a:r>
          </a:p>
          <a:p>
            <a:pPr marL="344488" indent="-344488" algn="l">
              <a:buFont typeface="Wingdings" panose="05000000000000000000" pitchFamily="2" charset="2"/>
              <a:buChar char="Ø"/>
            </a:pPr>
            <a:r>
              <a:rPr lang="en-US" sz="2000"/>
              <a:t>FPGA-Based High Performance AC Drives</a:t>
            </a:r>
          </a:p>
          <a:p>
            <a:pPr marL="342900" indent="-342900" algn="l">
              <a:buFont typeface="Wingdings" panose="05000000000000000000" pitchFamily="2" charset="2"/>
              <a:buChar char="Ø"/>
            </a:pPr>
            <a:endParaRPr lang="en-US" sz="2000"/>
          </a:p>
          <a:p>
            <a:pPr marL="342900" indent="-342900" algn="l">
              <a:buFont typeface="Wingdings" panose="05000000000000000000" pitchFamily="2" charset="2"/>
              <a:buChar char="Ø"/>
            </a:pPr>
            <a:endParaRPr lang="en-US" sz="2000"/>
          </a:p>
          <a:p>
            <a:pPr marL="342900" indent="-342900" algn="l">
              <a:buFont typeface="Wingdings" panose="05000000000000000000" pitchFamily="2" charset="2"/>
              <a:buChar char="Ø"/>
            </a:pPr>
            <a:endParaRPr lang="en-US" sz="2000"/>
          </a:p>
        </p:txBody>
      </p:sp>
      <p:sp>
        <p:nvSpPr>
          <p:cNvPr id="3" name="Text Placeholder 2">
            <a:extLst>
              <a:ext uri="{FF2B5EF4-FFF2-40B4-BE49-F238E27FC236}">
                <a16:creationId xmlns:a16="http://schemas.microsoft.com/office/drawing/2014/main" id="{E8643953-6540-4676-9E03-5A8F28C738C8}"/>
              </a:ext>
            </a:extLst>
          </p:cNvPr>
          <p:cNvSpPr>
            <a:spLocks noGrp="1"/>
          </p:cNvSpPr>
          <p:nvPr>
            <p:ph type="body" sz="quarter" idx="12"/>
          </p:nvPr>
        </p:nvSpPr>
        <p:spPr/>
        <p:txBody>
          <a:bodyPr/>
          <a:lstStyle/>
          <a:p>
            <a:r>
              <a:rPr lang="en-US"/>
              <a:t>6</a:t>
            </a:r>
          </a:p>
        </p:txBody>
      </p:sp>
      <p:sp>
        <p:nvSpPr>
          <p:cNvPr id="4" name="Title 3">
            <a:extLst>
              <a:ext uri="{FF2B5EF4-FFF2-40B4-BE49-F238E27FC236}">
                <a16:creationId xmlns:a16="http://schemas.microsoft.com/office/drawing/2014/main" id="{3951BA3F-9162-4D2D-872D-4D5310BA01B2}"/>
              </a:ext>
            </a:extLst>
          </p:cNvPr>
          <p:cNvSpPr>
            <a:spLocks noGrp="1"/>
          </p:cNvSpPr>
          <p:nvPr>
            <p:ph type="title"/>
          </p:nvPr>
        </p:nvSpPr>
        <p:spPr/>
        <p:txBody>
          <a:bodyPr/>
          <a:lstStyle/>
          <a:p>
            <a:r>
              <a:rPr lang="en-US"/>
              <a:t>Tài liệu tham khảo</a:t>
            </a:r>
          </a:p>
        </p:txBody>
      </p:sp>
      <p:sp>
        <p:nvSpPr>
          <p:cNvPr id="5" name="Slide Number Placeholder 4">
            <a:extLst>
              <a:ext uri="{FF2B5EF4-FFF2-40B4-BE49-F238E27FC236}">
                <a16:creationId xmlns:a16="http://schemas.microsoft.com/office/drawing/2014/main" id="{82697436-8AC2-42E9-AD98-8232294E1CDD}"/>
              </a:ext>
            </a:extLst>
          </p:cNvPr>
          <p:cNvSpPr>
            <a:spLocks noGrp="1"/>
          </p:cNvSpPr>
          <p:nvPr>
            <p:ph type="sldNum" sz="quarter" idx="4"/>
          </p:nvPr>
        </p:nvSpPr>
        <p:spPr/>
        <p:txBody>
          <a:bodyPr/>
          <a:lstStyle/>
          <a:p>
            <a:fld id="{C4AED997-7CB6-4654-8505-4D4C6D081CC6}" type="slidenum">
              <a:rPr lang="en-US" smtClean="0"/>
              <a:pPr/>
              <a:t>37</a:t>
            </a:fld>
            <a:endParaRPr lang="en-US"/>
          </a:p>
        </p:txBody>
      </p:sp>
    </p:spTree>
    <p:extLst>
      <p:ext uri="{BB962C8B-B14F-4D97-AF65-F5344CB8AC3E}">
        <p14:creationId xmlns:p14="http://schemas.microsoft.com/office/powerpoint/2010/main" val="10711459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Trân</a:t>
            </a:r>
            <a:r>
              <a:rPr lang="en-US"/>
              <a:t> </a:t>
            </a:r>
            <a:r>
              <a:rPr lang="en-US" err="1"/>
              <a:t>trọng</a:t>
            </a:r>
            <a:r>
              <a:rPr lang="en-US"/>
              <a:t> </a:t>
            </a:r>
            <a:r>
              <a:rPr lang="en-US" err="1"/>
              <a:t>cảm</a:t>
            </a:r>
            <a:r>
              <a:rPr lang="en-US"/>
              <a:t> </a:t>
            </a:r>
            <a:r>
              <a:rPr lang="en-US" err="1"/>
              <a:t>ơn</a:t>
            </a:r>
            <a:r>
              <a:rPr lang="en-US"/>
              <a:t>!</a:t>
            </a:r>
          </a:p>
        </p:txBody>
      </p:sp>
    </p:spTree>
    <p:extLst>
      <p:ext uri="{BB962C8B-B14F-4D97-AF65-F5344CB8AC3E}">
        <p14:creationId xmlns:p14="http://schemas.microsoft.com/office/powerpoint/2010/main" val="378188262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7E7E48628D7248B47636183398399E" ma:contentTypeVersion="3" ma:contentTypeDescription="Create a new document." ma:contentTypeScope="" ma:versionID="b1a5b3e93a49a839909002764b005e53">
  <xsd:schema xmlns:xsd="http://www.w3.org/2001/XMLSchema" xmlns:xs="http://www.w3.org/2001/XMLSchema" xmlns:p="http://schemas.microsoft.com/office/2006/metadata/properties" xmlns:ns2="554c667c-209e-4b67-aefc-24414872841c" targetNamespace="http://schemas.microsoft.com/office/2006/metadata/properties" ma:root="true" ma:fieldsID="47ae5e9c2215f63becfb155f19630367" ns2:_="">
    <xsd:import namespace="554c667c-209e-4b67-aefc-24414872841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54c667c-209e-4b67-aefc-24414872841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1D10191-4D05-473A-8FA2-10164FDB3ADF}"/>
</file>

<file path=customXml/itemProps2.xml><?xml version="1.0" encoding="utf-8"?>
<ds:datastoreItem xmlns:ds="http://schemas.openxmlformats.org/officeDocument/2006/customXml" ds:itemID="{A853C892-F82C-4EB2-BA78-D21EC241B709}"/>
</file>

<file path=customXml/itemProps3.xml><?xml version="1.0" encoding="utf-8"?>
<ds:datastoreItem xmlns:ds="http://schemas.openxmlformats.org/officeDocument/2006/customXml" ds:itemID="{7321FE8E-A3A8-40B6-80E6-45A20905A682}"/>
</file>

<file path=docProps/app.xml><?xml version="1.0" encoding="utf-8"?>
<Properties xmlns="http://schemas.openxmlformats.org/officeDocument/2006/extended-properties" xmlns:vt="http://schemas.openxmlformats.org/officeDocument/2006/docPropsVTypes">
  <Template>Office Theme</Template>
  <TotalTime>1017</TotalTime>
  <Words>2429</Words>
  <Application>Microsoft Office PowerPoint</Application>
  <PresentationFormat>On-screen Show (4:3)</PresentationFormat>
  <Paragraphs>333</Paragraphs>
  <Slides>38</Slides>
  <Notes>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3</vt:i4>
      </vt:variant>
      <vt:variant>
        <vt:lpstr>Slide Titles</vt:lpstr>
      </vt:variant>
      <vt:variant>
        <vt:i4>38</vt:i4>
      </vt:variant>
    </vt:vector>
  </HeadingPairs>
  <TitlesOfParts>
    <vt:vector size="46" baseType="lpstr">
      <vt:lpstr>Arial</vt:lpstr>
      <vt:lpstr>Bookman Old Style</vt:lpstr>
      <vt:lpstr>Calibri</vt:lpstr>
      <vt:lpstr>Wingdings</vt:lpstr>
      <vt:lpstr>Office Theme</vt:lpstr>
      <vt:lpstr>Equation</vt:lpstr>
      <vt:lpstr>Visio</vt:lpstr>
      <vt:lpstr>MathType 7.0 Equation</vt:lpstr>
      <vt:lpstr>Điều khiển động cơ không đồng bộ theo phương pháp tựa từ thông rotor</vt:lpstr>
      <vt:lpstr>Mục lục</vt:lpstr>
      <vt:lpstr>Đặt vấn đề</vt:lpstr>
      <vt:lpstr>Đặt vấn đề</vt:lpstr>
      <vt:lpstr>Mô hình động cơ IM</vt:lpstr>
      <vt:lpstr>Mô hình động cơ IM</vt:lpstr>
      <vt:lpstr>Mô hình động cơ IM</vt:lpstr>
      <vt:lpstr>Mô hình động cơ IM</vt:lpstr>
      <vt:lpstr>Mô hình động cơ IM</vt:lpstr>
      <vt:lpstr>Mô hình động cơ IM</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Mô phỏng kiểm chứng</vt:lpstr>
      <vt:lpstr>Mô phỏng kiểm chứng</vt:lpstr>
      <vt:lpstr>Mô phỏng kiểm chứng</vt:lpstr>
      <vt:lpstr>Mô phỏng kiểm chứng</vt:lpstr>
      <vt:lpstr>Mô phỏng kiểm chứng</vt:lpstr>
      <vt:lpstr>Mô phỏng kiểm chứng</vt:lpstr>
      <vt:lpstr>Mô phỏng kiểm chứng</vt:lpstr>
      <vt:lpstr>Mô phỏng kiểm chứng</vt:lpstr>
      <vt:lpstr>Tài liệu tham khảo</vt:lpstr>
      <vt:lpstr>Trân trọng cảm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Truong Viet Hoang 20161726</dc:creator>
  <cp:lastModifiedBy>Admin</cp:lastModifiedBy>
  <cp:revision>134</cp:revision>
  <dcterms:created xsi:type="dcterms:W3CDTF">2019-09-23T12:55:19Z</dcterms:created>
  <dcterms:modified xsi:type="dcterms:W3CDTF">2024-04-01T03:46:42Z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0x010100867E7E48628D7248B47636183398399E</vt:lpwstr>
  </property>
  <property fmtid="{D5CDD505-2E9C-101B-9397-08002B2CF9AE}" pid="3" name="Order">
    <vt:r8>37900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